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3" d="100"/>
          <a:sy n="73" d="100"/>
        </p:scale>
        <p:origin x="364"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ghad Asiri" userId="02591a92edc1e609" providerId="LiveId" clId="{9EBE72E9-DF2D-4A02-A9B6-DE3FD37845EA}"/>
    <pc:docChg chg="custSel modSld">
      <pc:chgData name="Raghad Asiri" userId="02591a92edc1e609" providerId="LiveId" clId="{9EBE72E9-DF2D-4A02-A9B6-DE3FD37845EA}" dt="2024-09-14T15:04:57.248" v="4" actId="27636"/>
      <pc:docMkLst>
        <pc:docMk/>
      </pc:docMkLst>
      <pc:sldChg chg="modSp">
        <pc:chgData name="Raghad Asiri" userId="02591a92edc1e609" providerId="LiveId" clId="{9EBE72E9-DF2D-4A02-A9B6-DE3FD37845EA}" dt="2024-09-14T15:04:56.977" v="0"/>
        <pc:sldMkLst>
          <pc:docMk/>
          <pc:sldMk cId="603625458" sldId="256"/>
        </pc:sldMkLst>
        <pc:spChg chg="mod">
          <ac:chgData name="Raghad Asiri" userId="02591a92edc1e609" providerId="LiveId" clId="{9EBE72E9-DF2D-4A02-A9B6-DE3FD37845EA}" dt="2024-09-14T15:04:56.977" v="0"/>
          <ac:spMkLst>
            <pc:docMk/>
            <pc:sldMk cId="603625458" sldId="256"/>
            <ac:spMk id="2" creationId="{00000000-0000-0000-0000-000000000000}"/>
          </ac:spMkLst>
        </pc:spChg>
        <pc:spChg chg="mod">
          <ac:chgData name="Raghad Asiri" userId="02591a92edc1e609" providerId="LiveId" clId="{9EBE72E9-DF2D-4A02-A9B6-DE3FD37845EA}" dt="2024-09-14T15:04:56.977" v="0"/>
          <ac:spMkLst>
            <pc:docMk/>
            <pc:sldMk cId="603625458" sldId="256"/>
            <ac:spMk id="3" creationId="{00000000-0000-0000-0000-000000000000}"/>
          </ac:spMkLst>
        </pc:spChg>
        <pc:spChg chg="mod">
          <ac:chgData name="Raghad Asiri" userId="02591a92edc1e609" providerId="LiveId" clId="{9EBE72E9-DF2D-4A02-A9B6-DE3FD37845EA}" dt="2024-09-14T15:04:56.977" v="0"/>
          <ac:spMkLst>
            <pc:docMk/>
            <pc:sldMk cId="603625458" sldId="256"/>
            <ac:spMk id="4" creationId="{00000000-0000-0000-0000-000000000000}"/>
          </ac:spMkLst>
        </pc:spChg>
        <pc:spChg chg="mod">
          <ac:chgData name="Raghad Asiri" userId="02591a92edc1e609" providerId="LiveId" clId="{9EBE72E9-DF2D-4A02-A9B6-DE3FD37845EA}" dt="2024-09-14T15:04:56.977" v="0"/>
          <ac:spMkLst>
            <pc:docMk/>
            <pc:sldMk cId="603625458" sldId="256"/>
            <ac:spMk id="5" creationId="{00000000-0000-0000-0000-000000000000}"/>
          </ac:spMkLst>
        </pc:spChg>
      </pc:sldChg>
      <pc:sldChg chg="modSp mod">
        <pc:chgData name="Raghad Asiri" userId="02591a92edc1e609" providerId="LiveId" clId="{9EBE72E9-DF2D-4A02-A9B6-DE3FD37845EA}" dt="2024-09-14T15:04:57.107" v="1" actId="27636"/>
        <pc:sldMkLst>
          <pc:docMk/>
          <pc:sldMk cId="505428391" sldId="257"/>
        </pc:sldMkLst>
        <pc:spChg chg="mod">
          <ac:chgData name="Raghad Asiri" userId="02591a92edc1e609" providerId="LiveId" clId="{9EBE72E9-DF2D-4A02-A9B6-DE3FD37845EA}" dt="2024-09-14T15:04:56.977" v="0"/>
          <ac:spMkLst>
            <pc:docMk/>
            <pc:sldMk cId="505428391" sldId="257"/>
            <ac:spMk id="2" creationId="{00000000-0000-0000-0000-000000000000}"/>
          </ac:spMkLst>
        </pc:spChg>
        <pc:spChg chg="mod">
          <ac:chgData name="Raghad Asiri" userId="02591a92edc1e609" providerId="LiveId" clId="{9EBE72E9-DF2D-4A02-A9B6-DE3FD37845EA}" dt="2024-09-14T15:04:57.107" v="1" actId="27636"/>
          <ac:spMkLst>
            <pc:docMk/>
            <pc:sldMk cId="505428391" sldId="257"/>
            <ac:spMk id="3" creationId="{00000000-0000-0000-0000-000000000000}"/>
          </ac:spMkLst>
        </pc:spChg>
        <pc:spChg chg="mod">
          <ac:chgData name="Raghad Asiri" userId="02591a92edc1e609" providerId="LiveId" clId="{9EBE72E9-DF2D-4A02-A9B6-DE3FD37845EA}" dt="2024-09-14T15:04:56.977" v="0"/>
          <ac:spMkLst>
            <pc:docMk/>
            <pc:sldMk cId="505428391" sldId="257"/>
            <ac:spMk id="4" creationId="{00000000-0000-0000-0000-000000000000}"/>
          </ac:spMkLst>
        </pc:spChg>
        <pc:spChg chg="mod">
          <ac:chgData name="Raghad Asiri" userId="02591a92edc1e609" providerId="LiveId" clId="{9EBE72E9-DF2D-4A02-A9B6-DE3FD37845EA}" dt="2024-09-14T15:04:56.977" v="0"/>
          <ac:spMkLst>
            <pc:docMk/>
            <pc:sldMk cId="505428391" sldId="257"/>
            <ac:spMk id="5" creationId="{00000000-0000-0000-0000-000000000000}"/>
          </ac:spMkLst>
        </pc:spChg>
      </pc:sldChg>
      <pc:sldChg chg="modSp">
        <pc:chgData name="Raghad Asiri" userId="02591a92edc1e609" providerId="LiveId" clId="{9EBE72E9-DF2D-4A02-A9B6-DE3FD37845EA}" dt="2024-09-14T15:04:56.977" v="0"/>
        <pc:sldMkLst>
          <pc:docMk/>
          <pc:sldMk cId="4246051266" sldId="258"/>
        </pc:sldMkLst>
        <pc:spChg chg="mod">
          <ac:chgData name="Raghad Asiri" userId="02591a92edc1e609" providerId="LiveId" clId="{9EBE72E9-DF2D-4A02-A9B6-DE3FD37845EA}" dt="2024-09-14T15:04:56.977" v="0"/>
          <ac:spMkLst>
            <pc:docMk/>
            <pc:sldMk cId="4246051266" sldId="258"/>
            <ac:spMk id="2" creationId="{00000000-0000-0000-0000-000000000000}"/>
          </ac:spMkLst>
        </pc:spChg>
        <pc:spChg chg="mod">
          <ac:chgData name="Raghad Asiri" userId="02591a92edc1e609" providerId="LiveId" clId="{9EBE72E9-DF2D-4A02-A9B6-DE3FD37845EA}" dt="2024-09-14T15:04:56.977" v="0"/>
          <ac:spMkLst>
            <pc:docMk/>
            <pc:sldMk cId="4246051266" sldId="258"/>
            <ac:spMk id="4" creationId="{00000000-0000-0000-0000-000000000000}"/>
          </ac:spMkLst>
        </pc:spChg>
        <pc:spChg chg="mod">
          <ac:chgData name="Raghad Asiri" userId="02591a92edc1e609" providerId="LiveId" clId="{9EBE72E9-DF2D-4A02-A9B6-DE3FD37845EA}" dt="2024-09-14T15:04:56.977" v="0"/>
          <ac:spMkLst>
            <pc:docMk/>
            <pc:sldMk cId="4246051266" sldId="258"/>
            <ac:spMk id="5" creationId="{00000000-0000-0000-0000-000000000000}"/>
          </ac:spMkLst>
        </pc:spChg>
      </pc:sldChg>
      <pc:sldChg chg="modSp">
        <pc:chgData name="Raghad Asiri" userId="02591a92edc1e609" providerId="LiveId" clId="{9EBE72E9-DF2D-4A02-A9B6-DE3FD37845EA}" dt="2024-09-14T15:04:56.977" v="0"/>
        <pc:sldMkLst>
          <pc:docMk/>
          <pc:sldMk cId="3837220228" sldId="259"/>
        </pc:sldMkLst>
        <pc:spChg chg="mod">
          <ac:chgData name="Raghad Asiri" userId="02591a92edc1e609" providerId="LiveId" clId="{9EBE72E9-DF2D-4A02-A9B6-DE3FD37845EA}" dt="2024-09-14T15:04:56.977" v="0"/>
          <ac:spMkLst>
            <pc:docMk/>
            <pc:sldMk cId="3837220228" sldId="259"/>
            <ac:spMk id="2" creationId="{00000000-0000-0000-0000-000000000000}"/>
          </ac:spMkLst>
        </pc:spChg>
        <pc:spChg chg="mod">
          <ac:chgData name="Raghad Asiri" userId="02591a92edc1e609" providerId="LiveId" clId="{9EBE72E9-DF2D-4A02-A9B6-DE3FD37845EA}" dt="2024-09-14T15:04:56.977" v="0"/>
          <ac:spMkLst>
            <pc:docMk/>
            <pc:sldMk cId="3837220228" sldId="259"/>
            <ac:spMk id="4" creationId="{00000000-0000-0000-0000-000000000000}"/>
          </ac:spMkLst>
        </pc:spChg>
        <pc:spChg chg="mod">
          <ac:chgData name="Raghad Asiri" userId="02591a92edc1e609" providerId="LiveId" clId="{9EBE72E9-DF2D-4A02-A9B6-DE3FD37845EA}" dt="2024-09-14T15:04:56.977" v="0"/>
          <ac:spMkLst>
            <pc:docMk/>
            <pc:sldMk cId="3837220228" sldId="259"/>
            <ac:spMk id="5" creationId="{00000000-0000-0000-0000-000000000000}"/>
          </ac:spMkLst>
        </pc:spChg>
      </pc:sldChg>
      <pc:sldChg chg="modSp">
        <pc:chgData name="Raghad Asiri" userId="02591a92edc1e609" providerId="LiveId" clId="{9EBE72E9-DF2D-4A02-A9B6-DE3FD37845EA}" dt="2024-09-14T15:04:56.977" v="0"/>
        <pc:sldMkLst>
          <pc:docMk/>
          <pc:sldMk cId="838393654" sldId="260"/>
        </pc:sldMkLst>
        <pc:spChg chg="mod">
          <ac:chgData name="Raghad Asiri" userId="02591a92edc1e609" providerId="LiveId" clId="{9EBE72E9-DF2D-4A02-A9B6-DE3FD37845EA}" dt="2024-09-14T15:04:56.977" v="0"/>
          <ac:spMkLst>
            <pc:docMk/>
            <pc:sldMk cId="838393654" sldId="260"/>
            <ac:spMk id="2" creationId="{00000000-0000-0000-0000-000000000000}"/>
          </ac:spMkLst>
        </pc:spChg>
        <pc:spChg chg="mod">
          <ac:chgData name="Raghad Asiri" userId="02591a92edc1e609" providerId="LiveId" clId="{9EBE72E9-DF2D-4A02-A9B6-DE3FD37845EA}" dt="2024-09-14T15:04:56.977" v="0"/>
          <ac:spMkLst>
            <pc:docMk/>
            <pc:sldMk cId="838393654" sldId="260"/>
            <ac:spMk id="5" creationId="{00000000-0000-0000-0000-000000000000}"/>
          </ac:spMkLst>
        </pc:spChg>
        <pc:spChg chg="mod">
          <ac:chgData name="Raghad Asiri" userId="02591a92edc1e609" providerId="LiveId" clId="{9EBE72E9-DF2D-4A02-A9B6-DE3FD37845EA}" dt="2024-09-14T15:04:56.977" v="0"/>
          <ac:spMkLst>
            <pc:docMk/>
            <pc:sldMk cId="838393654" sldId="260"/>
            <ac:spMk id="6" creationId="{00000000-0000-0000-0000-000000000000}"/>
          </ac:spMkLst>
        </pc:spChg>
        <pc:spChg chg="mod">
          <ac:chgData name="Raghad Asiri" userId="02591a92edc1e609" providerId="LiveId" clId="{9EBE72E9-DF2D-4A02-A9B6-DE3FD37845EA}" dt="2024-09-14T15:04:56.977" v="0"/>
          <ac:spMkLst>
            <pc:docMk/>
            <pc:sldMk cId="838393654" sldId="260"/>
            <ac:spMk id="7" creationId="{00000000-0000-0000-0000-000000000000}"/>
          </ac:spMkLst>
        </pc:spChg>
      </pc:sldChg>
      <pc:sldChg chg="modSp">
        <pc:chgData name="Raghad Asiri" userId="02591a92edc1e609" providerId="LiveId" clId="{9EBE72E9-DF2D-4A02-A9B6-DE3FD37845EA}" dt="2024-09-14T15:04:56.977" v="0"/>
        <pc:sldMkLst>
          <pc:docMk/>
          <pc:sldMk cId="1261296788" sldId="261"/>
        </pc:sldMkLst>
        <pc:spChg chg="mod">
          <ac:chgData name="Raghad Asiri" userId="02591a92edc1e609" providerId="LiveId" clId="{9EBE72E9-DF2D-4A02-A9B6-DE3FD37845EA}" dt="2024-09-14T15:04:56.977" v="0"/>
          <ac:spMkLst>
            <pc:docMk/>
            <pc:sldMk cId="1261296788" sldId="261"/>
            <ac:spMk id="2" creationId="{00000000-0000-0000-0000-000000000000}"/>
          </ac:spMkLst>
        </pc:spChg>
        <pc:spChg chg="mod">
          <ac:chgData name="Raghad Asiri" userId="02591a92edc1e609" providerId="LiveId" clId="{9EBE72E9-DF2D-4A02-A9B6-DE3FD37845EA}" dt="2024-09-14T15:04:56.977" v="0"/>
          <ac:spMkLst>
            <pc:docMk/>
            <pc:sldMk cId="1261296788" sldId="261"/>
            <ac:spMk id="5" creationId="{00000000-0000-0000-0000-000000000000}"/>
          </ac:spMkLst>
        </pc:spChg>
        <pc:spChg chg="mod">
          <ac:chgData name="Raghad Asiri" userId="02591a92edc1e609" providerId="LiveId" clId="{9EBE72E9-DF2D-4A02-A9B6-DE3FD37845EA}" dt="2024-09-14T15:04:56.977" v="0"/>
          <ac:spMkLst>
            <pc:docMk/>
            <pc:sldMk cId="1261296788" sldId="261"/>
            <ac:spMk id="6" creationId="{00000000-0000-0000-0000-000000000000}"/>
          </ac:spMkLst>
        </pc:spChg>
      </pc:sldChg>
      <pc:sldChg chg="modSp">
        <pc:chgData name="Raghad Asiri" userId="02591a92edc1e609" providerId="LiveId" clId="{9EBE72E9-DF2D-4A02-A9B6-DE3FD37845EA}" dt="2024-09-14T15:04:56.977" v="0"/>
        <pc:sldMkLst>
          <pc:docMk/>
          <pc:sldMk cId="3189638063" sldId="262"/>
        </pc:sldMkLst>
        <pc:spChg chg="mod">
          <ac:chgData name="Raghad Asiri" userId="02591a92edc1e609" providerId="LiveId" clId="{9EBE72E9-DF2D-4A02-A9B6-DE3FD37845EA}" dt="2024-09-14T15:04:56.977" v="0"/>
          <ac:spMkLst>
            <pc:docMk/>
            <pc:sldMk cId="3189638063" sldId="262"/>
            <ac:spMk id="2" creationId="{00000000-0000-0000-0000-000000000000}"/>
          </ac:spMkLst>
        </pc:spChg>
        <pc:spChg chg="mod">
          <ac:chgData name="Raghad Asiri" userId="02591a92edc1e609" providerId="LiveId" clId="{9EBE72E9-DF2D-4A02-A9B6-DE3FD37845EA}" dt="2024-09-14T15:04:56.977" v="0"/>
          <ac:spMkLst>
            <pc:docMk/>
            <pc:sldMk cId="3189638063" sldId="262"/>
            <ac:spMk id="3" creationId="{00000000-0000-0000-0000-000000000000}"/>
          </ac:spMkLst>
        </pc:spChg>
        <pc:spChg chg="mod">
          <ac:chgData name="Raghad Asiri" userId="02591a92edc1e609" providerId="LiveId" clId="{9EBE72E9-DF2D-4A02-A9B6-DE3FD37845EA}" dt="2024-09-14T15:04:56.977" v="0"/>
          <ac:spMkLst>
            <pc:docMk/>
            <pc:sldMk cId="3189638063" sldId="262"/>
            <ac:spMk id="4" creationId="{00000000-0000-0000-0000-000000000000}"/>
          </ac:spMkLst>
        </pc:spChg>
        <pc:spChg chg="mod">
          <ac:chgData name="Raghad Asiri" userId="02591a92edc1e609" providerId="LiveId" clId="{9EBE72E9-DF2D-4A02-A9B6-DE3FD37845EA}" dt="2024-09-14T15:04:56.977" v="0"/>
          <ac:spMkLst>
            <pc:docMk/>
            <pc:sldMk cId="3189638063" sldId="262"/>
            <ac:spMk id="5" creationId="{00000000-0000-0000-0000-000000000000}"/>
          </ac:spMkLst>
        </pc:spChg>
      </pc:sldChg>
      <pc:sldChg chg="modSp">
        <pc:chgData name="Raghad Asiri" userId="02591a92edc1e609" providerId="LiveId" clId="{9EBE72E9-DF2D-4A02-A9B6-DE3FD37845EA}" dt="2024-09-14T15:04:56.977" v="0"/>
        <pc:sldMkLst>
          <pc:docMk/>
          <pc:sldMk cId="3499536271" sldId="263"/>
        </pc:sldMkLst>
        <pc:spChg chg="mod">
          <ac:chgData name="Raghad Asiri" userId="02591a92edc1e609" providerId="LiveId" clId="{9EBE72E9-DF2D-4A02-A9B6-DE3FD37845EA}" dt="2024-09-14T15:04:56.977" v="0"/>
          <ac:spMkLst>
            <pc:docMk/>
            <pc:sldMk cId="3499536271" sldId="263"/>
            <ac:spMk id="2" creationId="{00000000-0000-0000-0000-000000000000}"/>
          </ac:spMkLst>
        </pc:spChg>
        <pc:spChg chg="mod">
          <ac:chgData name="Raghad Asiri" userId="02591a92edc1e609" providerId="LiveId" clId="{9EBE72E9-DF2D-4A02-A9B6-DE3FD37845EA}" dt="2024-09-14T15:04:56.977" v="0"/>
          <ac:spMkLst>
            <pc:docMk/>
            <pc:sldMk cId="3499536271" sldId="263"/>
            <ac:spMk id="3" creationId="{00000000-0000-0000-0000-000000000000}"/>
          </ac:spMkLst>
        </pc:spChg>
        <pc:spChg chg="mod">
          <ac:chgData name="Raghad Asiri" userId="02591a92edc1e609" providerId="LiveId" clId="{9EBE72E9-DF2D-4A02-A9B6-DE3FD37845EA}" dt="2024-09-14T15:04:56.977" v="0"/>
          <ac:spMkLst>
            <pc:docMk/>
            <pc:sldMk cId="3499536271" sldId="263"/>
            <ac:spMk id="4" creationId="{00000000-0000-0000-0000-000000000000}"/>
          </ac:spMkLst>
        </pc:spChg>
        <pc:spChg chg="mod">
          <ac:chgData name="Raghad Asiri" userId="02591a92edc1e609" providerId="LiveId" clId="{9EBE72E9-DF2D-4A02-A9B6-DE3FD37845EA}" dt="2024-09-14T15:04:56.977" v="0"/>
          <ac:spMkLst>
            <pc:docMk/>
            <pc:sldMk cId="3499536271" sldId="263"/>
            <ac:spMk id="5" creationId="{00000000-0000-0000-0000-000000000000}"/>
          </ac:spMkLst>
        </pc:spChg>
      </pc:sldChg>
      <pc:sldChg chg="modSp mod">
        <pc:chgData name="Raghad Asiri" userId="02591a92edc1e609" providerId="LiveId" clId="{9EBE72E9-DF2D-4A02-A9B6-DE3FD37845EA}" dt="2024-09-14T15:04:57.179" v="2" actId="27636"/>
        <pc:sldMkLst>
          <pc:docMk/>
          <pc:sldMk cId="3974141408" sldId="264"/>
        </pc:sldMkLst>
        <pc:spChg chg="mod">
          <ac:chgData name="Raghad Asiri" userId="02591a92edc1e609" providerId="LiveId" clId="{9EBE72E9-DF2D-4A02-A9B6-DE3FD37845EA}" dt="2024-09-14T15:04:56.977" v="0"/>
          <ac:spMkLst>
            <pc:docMk/>
            <pc:sldMk cId="3974141408" sldId="264"/>
            <ac:spMk id="2" creationId="{00000000-0000-0000-0000-000000000000}"/>
          </ac:spMkLst>
        </pc:spChg>
        <pc:spChg chg="mod">
          <ac:chgData name="Raghad Asiri" userId="02591a92edc1e609" providerId="LiveId" clId="{9EBE72E9-DF2D-4A02-A9B6-DE3FD37845EA}" dt="2024-09-14T15:04:57.179" v="2" actId="27636"/>
          <ac:spMkLst>
            <pc:docMk/>
            <pc:sldMk cId="3974141408" sldId="264"/>
            <ac:spMk id="3" creationId="{00000000-0000-0000-0000-000000000000}"/>
          </ac:spMkLst>
        </pc:spChg>
        <pc:spChg chg="mod">
          <ac:chgData name="Raghad Asiri" userId="02591a92edc1e609" providerId="LiveId" clId="{9EBE72E9-DF2D-4A02-A9B6-DE3FD37845EA}" dt="2024-09-14T15:04:56.977" v="0"/>
          <ac:spMkLst>
            <pc:docMk/>
            <pc:sldMk cId="3974141408" sldId="264"/>
            <ac:spMk id="4" creationId="{00000000-0000-0000-0000-000000000000}"/>
          </ac:spMkLst>
        </pc:spChg>
        <pc:spChg chg="mod">
          <ac:chgData name="Raghad Asiri" userId="02591a92edc1e609" providerId="LiveId" clId="{9EBE72E9-DF2D-4A02-A9B6-DE3FD37845EA}" dt="2024-09-14T15:04:56.977" v="0"/>
          <ac:spMkLst>
            <pc:docMk/>
            <pc:sldMk cId="3974141408" sldId="264"/>
            <ac:spMk id="5" creationId="{00000000-0000-0000-0000-000000000000}"/>
          </ac:spMkLst>
        </pc:spChg>
      </pc:sldChg>
      <pc:sldChg chg="modSp">
        <pc:chgData name="Raghad Asiri" userId="02591a92edc1e609" providerId="LiveId" clId="{9EBE72E9-DF2D-4A02-A9B6-DE3FD37845EA}" dt="2024-09-14T15:04:56.977" v="0"/>
        <pc:sldMkLst>
          <pc:docMk/>
          <pc:sldMk cId="2424881384" sldId="265"/>
        </pc:sldMkLst>
        <pc:spChg chg="mod">
          <ac:chgData name="Raghad Asiri" userId="02591a92edc1e609" providerId="LiveId" clId="{9EBE72E9-DF2D-4A02-A9B6-DE3FD37845EA}" dt="2024-09-14T15:04:56.977" v="0"/>
          <ac:spMkLst>
            <pc:docMk/>
            <pc:sldMk cId="2424881384" sldId="265"/>
            <ac:spMk id="2" creationId="{00000000-0000-0000-0000-000000000000}"/>
          </ac:spMkLst>
        </pc:spChg>
        <pc:spChg chg="mod">
          <ac:chgData name="Raghad Asiri" userId="02591a92edc1e609" providerId="LiveId" clId="{9EBE72E9-DF2D-4A02-A9B6-DE3FD37845EA}" dt="2024-09-14T15:04:56.977" v="0"/>
          <ac:spMkLst>
            <pc:docMk/>
            <pc:sldMk cId="2424881384" sldId="265"/>
            <ac:spMk id="3" creationId="{00000000-0000-0000-0000-000000000000}"/>
          </ac:spMkLst>
        </pc:spChg>
        <pc:spChg chg="mod">
          <ac:chgData name="Raghad Asiri" userId="02591a92edc1e609" providerId="LiveId" clId="{9EBE72E9-DF2D-4A02-A9B6-DE3FD37845EA}" dt="2024-09-14T15:04:56.977" v="0"/>
          <ac:spMkLst>
            <pc:docMk/>
            <pc:sldMk cId="2424881384" sldId="265"/>
            <ac:spMk id="4" creationId="{00000000-0000-0000-0000-000000000000}"/>
          </ac:spMkLst>
        </pc:spChg>
        <pc:spChg chg="mod">
          <ac:chgData name="Raghad Asiri" userId="02591a92edc1e609" providerId="LiveId" clId="{9EBE72E9-DF2D-4A02-A9B6-DE3FD37845EA}" dt="2024-09-14T15:04:56.977" v="0"/>
          <ac:spMkLst>
            <pc:docMk/>
            <pc:sldMk cId="2424881384" sldId="265"/>
            <ac:spMk id="5" creationId="{00000000-0000-0000-0000-000000000000}"/>
          </ac:spMkLst>
        </pc:spChg>
      </pc:sldChg>
      <pc:sldChg chg="modSp">
        <pc:chgData name="Raghad Asiri" userId="02591a92edc1e609" providerId="LiveId" clId="{9EBE72E9-DF2D-4A02-A9B6-DE3FD37845EA}" dt="2024-09-14T15:04:56.977" v="0"/>
        <pc:sldMkLst>
          <pc:docMk/>
          <pc:sldMk cId="1934965629" sldId="266"/>
        </pc:sldMkLst>
        <pc:spChg chg="mod">
          <ac:chgData name="Raghad Asiri" userId="02591a92edc1e609" providerId="LiveId" clId="{9EBE72E9-DF2D-4A02-A9B6-DE3FD37845EA}" dt="2024-09-14T15:04:56.977" v="0"/>
          <ac:spMkLst>
            <pc:docMk/>
            <pc:sldMk cId="1934965629" sldId="266"/>
            <ac:spMk id="2" creationId="{00000000-0000-0000-0000-000000000000}"/>
          </ac:spMkLst>
        </pc:spChg>
        <pc:spChg chg="mod">
          <ac:chgData name="Raghad Asiri" userId="02591a92edc1e609" providerId="LiveId" clId="{9EBE72E9-DF2D-4A02-A9B6-DE3FD37845EA}" dt="2024-09-14T15:04:56.977" v="0"/>
          <ac:spMkLst>
            <pc:docMk/>
            <pc:sldMk cId="1934965629" sldId="266"/>
            <ac:spMk id="3" creationId="{00000000-0000-0000-0000-000000000000}"/>
          </ac:spMkLst>
        </pc:spChg>
        <pc:spChg chg="mod">
          <ac:chgData name="Raghad Asiri" userId="02591a92edc1e609" providerId="LiveId" clId="{9EBE72E9-DF2D-4A02-A9B6-DE3FD37845EA}" dt="2024-09-14T15:04:56.977" v="0"/>
          <ac:spMkLst>
            <pc:docMk/>
            <pc:sldMk cId="1934965629" sldId="266"/>
            <ac:spMk id="4" creationId="{00000000-0000-0000-0000-000000000000}"/>
          </ac:spMkLst>
        </pc:spChg>
        <pc:spChg chg="mod">
          <ac:chgData name="Raghad Asiri" userId="02591a92edc1e609" providerId="LiveId" clId="{9EBE72E9-DF2D-4A02-A9B6-DE3FD37845EA}" dt="2024-09-14T15:04:56.977" v="0"/>
          <ac:spMkLst>
            <pc:docMk/>
            <pc:sldMk cId="1934965629" sldId="266"/>
            <ac:spMk id="5" creationId="{00000000-0000-0000-0000-000000000000}"/>
          </ac:spMkLst>
        </pc:spChg>
      </pc:sldChg>
      <pc:sldChg chg="modSp">
        <pc:chgData name="Raghad Asiri" userId="02591a92edc1e609" providerId="LiveId" clId="{9EBE72E9-DF2D-4A02-A9B6-DE3FD37845EA}" dt="2024-09-14T15:04:56.977" v="0"/>
        <pc:sldMkLst>
          <pc:docMk/>
          <pc:sldMk cId="4049303889" sldId="267"/>
        </pc:sldMkLst>
        <pc:spChg chg="mod">
          <ac:chgData name="Raghad Asiri" userId="02591a92edc1e609" providerId="LiveId" clId="{9EBE72E9-DF2D-4A02-A9B6-DE3FD37845EA}" dt="2024-09-14T15:04:56.977" v="0"/>
          <ac:spMkLst>
            <pc:docMk/>
            <pc:sldMk cId="4049303889" sldId="267"/>
            <ac:spMk id="4" creationId="{00000000-0000-0000-0000-000000000000}"/>
          </ac:spMkLst>
        </pc:spChg>
        <pc:spChg chg="mod">
          <ac:chgData name="Raghad Asiri" userId="02591a92edc1e609" providerId="LiveId" clId="{9EBE72E9-DF2D-4A02-A9B6-DE3FD37845EA}" dt="2024-09-14T15:04:56.977" v="0"/>
          <ac:spMkLst>
            <pc:docMk/>
            <pc:sldMk cId="4049303889" sldId="267"/>
            <ac:spMk id="5" creationId="{00000000-0000-0000-0000-000000000000}"/>
          </ac:spMkLst>
        </pc:spChg>
      </pc:sldChg>
      <pc:sldChg chg="modSp">
        <pc:chgData name="Raghad Asiri" userId="02591a92edc1e609" providerId="LiveId" clId="{9EBE72E9-DF2D-4A02-A9B6-DE3FD37845EA}" dt="2024-09-14T15:04:56.977" v="0"/>
        <pc:sldMkLst>
          <pc:docMk/>
          <pc:sldMk cId="4157752293" sldId="268"/>
        </pc:sldMkLst>
        <pc:spChg chg="mod">
          <ac:chgData name="Raghad Asiri" userId="02591a92edc1e609" providerId="LiveId" clId="{9EBE72E9-DF2D-4A02-A9B6-DE3FD37845EA}" dt="2024-09-14T15:04:56.977" v="0"/>
          <ac:spMkLst>
            <pc:docMk/>
            <pc:sldMk cId="4157752293" sldId="268"/>
            <ac:spMk id="2" creationId="{00000000-0000-0000-0000-000000000000}"/>
          </ac:spMkLst>
        </pc:spChg>
        <pc:spChg chg="mod">
          <ac:chgData name="Raghad Asiri" userId="02591a92edc1e609" providerId="LiveId" clId="{9EBE72E9-DF2D-4A02-A9B6-DE3FD37845EA}" dt="2024-09-14T15:04:56.977" v="0"/>
          <ac:spMkLst>
            <pc:docMk/>
            <pc:sldMk cId="4157752293" sldId="268"/>
            <ac:spMk id="3" creationId="{00000000-0000-0000-0000-000000000000}"/>
          </ac:spMkLst>
        </pc:spChg>
        <pc:spChg chg="mod">
          <ac:chgData name="Raghad Asiri" userId="02591a92edc1e609" providerId="LiveId" clId="{9EBE72E9-DF2D-4A02-A9B6-DE3FD37845EA}" dt="2024-09-14T15:04:56.977" v="0"/>
          <ac:spMkLst>
            <pc:docMk/>
            <pc:sldMk cId="4157752293" sldId="268"/>
            <ac:spMk id="4" creationId="{00000000-0000-0000-0000-000000000000}"/>
          </ac:spMkLst>
        </pc:spChg>
        <pc:spChg chg="mod">
          <ac:chgData name="Raghad Asiri" userId="02591a92edc1e609" providerId="LiveId" clId="{9EBE72E9-DF2D-4A02-A9B6-DE3FD37845EA}" dt="2024-09-14T15:04:56.977" v="0"/>
          <ac:spMkLst>
            <pc:docMk/>
            <pc:sldMk cId="4157752293" sldId="268"/>
            <ac:spMk id="5" creationId="{00000000-0000-0000-0000-000000000000}"/>
          </ac:spMkLst>
        </pc:spChg>
      </pc:sldChg>
      <pc:sldChg chg="modSp mod">
        <pc:chgData name="Raghad Asiri" userId="02591a92edc1e609" providerId="LiveId" clId="{9EBE72E9-DF2D-4A02-A9B6-DE3FD37845EA}" dt="2024-09-14T15:04:57.231" v="3" actId="27636"/>
        <pc:sldMkLst>
          <pc:docMk/>
          <pc:sldMk cId="4000110095" sldId="269"/>
        </pc:sldMkLst>
        <pc:spChg chg="mod">
          <ac:chgData name="Raghad Asiri" userId="02591a92edc1e609" providerId="LiveId" clId="{9EBE72E9-DF2D-4A02-A9B6-DE3FD37845EA}" dt="2024-09-14T15:04:56.977" v="0"/>
          <ac:spMkLst>
            <pc:docMk/>
            <pc:sldMk cId="4000110095" sldId="269"/>
            <ac:spMk id="2" creationId="{00000000-0000-0000-0000-000000000000}"/>
          </ac:spMkLst>
        </pc:spChg>
        <pc:spChg chg="mod">
          <ac:chgData name="Raghad Asiri" userId="02591a92edc1e609" providerId="LiveId" clId="{9EBE72E9-DF2D-4A02-A9B6-DE3FD37845EA}" dt="2024-09-14T15:04:56.977" v="0"/>
          <ac:spMkLst>
            <pc:docMk/>
            <pc:sldMk cId="4000110095" sldId="269"/>
            <ac:spMk id="4" creationId="{00000000-0000-0000-0000-000000000000}"/>
          </ac:spMkLst>
        </pc:spChg>
        <pc:spChg chg="mod">
          <ac:chgData name="Raghad Asiri" userId="02591a92edc1e609" providerId="LiveId" clId="{9EBE72E9-DF2D-4A02-A9B6-DE3FD37845EA}" dt="2024-09-14T15:04:57.231" v="3" actId="27636"/>
          <ac:spMkLst>
            <pc:docMk/>
            <pc:sldMk cId="4000110095" sldId="269"/>
            <ac:spMk id="5" creationId="{00000000-0000-0000-0000-000000000000}"/>
          </ac:spMkLst>
        </pc:spChg>
        <pc:spChg chg="mod">
          <ac:chgData name="Raghad Asiri" userId="02591a92edc1e609" providerId="LiveId" clId="{9EBE72E9-DF2D-4A02-A9B6-DE3FD37845EA}" dt="2024-09-14T15:04:56.977" v="0"/>
          <ac:spMkLst>
            <pc:docMk/>
            <pc:sldMk cId="4000110095" sldId="269"/>
            <ac:spMk id="6" creationId="{00000000-0000-0000-0000-000000000000}"/>
          </ac:spMkLst>
        </pc:spChg>
      </pc:sldChg>
      <pc:sldChg chg="modSp mod">
        <pc:chgData name="Raghad Asiri" userId="02591a92edc1e609" providerId="LiveId" clId="{9EBE72E9-DF2D-4A02-A9B6-DE3FD37845EA}" dt="2024-09-14T15:04:57.248" v="4" actId="27636"/>
        <pc:sldMkLst>
          <pc:docMk/>
          <pc:sldMk cId="215212405" sldId="270"/>
        </pc:sldMkLst>
        <pc:spChg chg="mod">
          <ac:chgData name="Raghad Asiri" userId="02591a92edc1e609" providerId="LiveId" clId="{9EBE72E9-DF2D-4A02-A9B6-DE3FD37845EA}" dt="2024-09-14T15:04:56.977" v="0"/>
          <ac:spMkLst>
            <pc:docMk/>
            <pc:sldMk cId="215212405" sldId="270"/>
            <ac:spMk id="2" creationId="{00000000-0000-0000-0000-000000000000}"/>
          </ac:spMkLst>
        </pc:spChg>
        <pc:spChg chg="mod">
          <ac:chgData name="Raghad Asiri" userId="02591a92edc1e609" providerId="LiveId" clId="{9EBE72E9-DF2D-4A02-A9B6-DE3FD37845EA}" dt="2024-09-14T15:04:57.248" v="4" actId="27636"/>
          <ac:spMkLst>
            <pc:docMk/>
            <pc:sldMk cId="215212405" sldId="270"/>
            <ac:spMk id="3" creationId="{00000000-0000-0000-0000-000000000000}"/>
          </ac:spMkLst>
        </pc:spChg>
        <pc:spChg chg="mod">
          <ac:chgData name="Raghad Asiri" userId="02591a92edc1e609" providerId="LiveId" clId="{9EBE72E9-DF2D-4A02-A9B6-DE3FD37845EA}" dt="2024-09-14T15:04:56.977" v="0"/>
          <ac:spMkLst>
            <pc:docMk/>
            <pc:sldMk cId="215212405" sldId="270"/>
            <ac:spMk id="4" creationId="{00000000-0000-0000-0000-000000000000}"/>
          </ac:spMkLst>
        </pc:spChg>
        <pc:spChg chg="mod">
          <ac:chgData name="Raghad Asiri" userId="02591a92edc1e609" providerId="LiveId" clId="{9EBE72E9-DF2D-4A02-A9B6-DE3FD37845EA}" dt="2024-09-14T15:04:56.977" v="0"/>
          <ac:spMkLst>
            <pc:docMk/>
            <pc:sldMk cId="215212405" sldId="270"/>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90F5786-6D89-4964-A260-8DE383B48A53}" type="datetimeFigureOut">
              <a:rPr lang="en-US" smtClean="0"/>
              <a:pPr/>
              <a:t>9/14/2024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F08391E-1FB1-4F5A-BC9A-84FD006A48D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شريحة عنوان">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ar-SA"/>
              <a:t>انقر لتحرير نمط عنوان الشكل الرئيسي</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ar-SA"/>
              <a:t>انقر لتحرير نمط العنوان الفرعي للشكل الرئيسي</a:t>
            </a:r>
            <a:endParaRPr lang="en-US" dirty="0"/>
          </a:p>
        </p:txBody>
      </p:sp>
      <p:sp>
        <p:nvSpPr>
          <p:cNvPr id="4" name="Date Placeholder 3"/>
          <p:cNvSpPr>
            <a:spLocks noGrp="1"/>
          </p:cNvSpPr>
          <p:nvPr>
            <p:ph type="dt" sz="half" idx="10"/>
          </p:nvPr>
        </p:nvSpPr>
        <p:spPr/>
        <p:txBody>
          <a:bodyPr/>
          <a:lstStyle>
            <a:lvl1pPr algn="l">
              <a:defRPr/>
            </a:lvl1pPr>
          </a:lstStyle>
          <a:p>
            <a:fld id="{D549BBF2-2FCA-4FA0-A2ED-1A3DB44831C5}" type="datetime1">
              <a:rPr lang="ar-SA" smtClean="0"/>
              <a:pPr/>
              <a:t>11/03/1446</a:t>
            </a:fld>
            <a:endParaRPr lang="ar-SA"/>
          </a:p>
        </p:txBody>
      </p:sp>
      <p:sp>
        <p:nvSpPr>
          <p:cNvPr id="5" name="Footer Placeholder 4"/>
          <p:cNvSpPr>
            <a:spLocks noGrp="1"/>
          </p:cNvSpPr>
          <p:nvPr>
            <p:ph type="ftr" sz="quarter" idx="11"/>
          </p:nvPr>
        </p:nvSpPr>
        <p:spPr/>
        <p:txBody>
          <a:bodyPr/>
          <a:lstStyle/>
          <a:p>
            <a:r>
              <a:rPr lang="en-US"/>
              <a:t>Internet Technologies - Chapter 2</a:t>
            </a:r>
            <a:endParaRPr lang="ar-SA"/>
          </a:p>
        </p:txBody>
      </p:sp>
      <p:sp>
        <p:nvSpPr>
          <p:cNvPr id="6" name="Slide Number Placeholder 5"/>
          <p:cNvSpPr>
            <a:spLocks noGrp="1"/>
          </p:cNvSpPr>
          <p:nvPr>
            <p:ph type="sldNum" sz="quarter" idx="12"/>
          </p:nvPr>
        </p:nvSpPr>
        <p:spPr/>
        <p:txBody>
          <a:bodyPr/>
          <a:lstStyle/>
          <a:p>
            <a:fld id="{0E432819-B1C9-4D2F-8F6B-911D67ACBAA2}" type="slidenum">
              <a:rPr lang="ar-SA" smtClean="0"/>
              <a:pPr/>
              <a:t>‹#›</a:t>
            </a:fld>
            <a:endParaRPr lang="ar-SA"/>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1954601"/>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Content Placeholder 2"/>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D549BBF2-2FCA-4FA0-A2ED-1A3DB44831C5}" type="datetime1">
              <a:rPr lang="ar-SA" smtClean="0"/>
              <a:pPr/>
              <a:t>11/03/1446</a:t>
            </a:fld>
            <a:endParaRPr lang="ar-SA"/>
          </a:p>
        </p:txBody>
      </p:sp>
      <p:sp>
        <p:nvSpPr>
          <p:cNvPr id="5" name="Footer Placeholder 4"/>
          <p:cNvSpPr>
            <a:spLocks noGrp="1"/>
          </p:cNvSpPr>
          <p:nvPr>
            <p:ph type="ftr" sz="quarter" idx="11"/>
          </p:nvPr>
        </p:nvSpPr>
        <p:spPr/>
        <p:txBody>
          <a:bodyPr/>
          <a:lstStyle/>
          <a:p>
            <a:r>
              <a:rPr lang="en-US"/>
              <a:t>Internet Technologies - Chapter 2</a:t>
            </a:r>
            <a:endParaRPr lang="ar-SA"/>
          </a:p>
        </p:txBody>
      </p:sp>
      <p:sp>
        <p:nvSpPr>
          <p:cNvPr id="6" name="Slide Number Placeholder 5"/>
          <p:cNvSpPr>
            <a:spLocks noGrp="1"/>
          </p:cNvSpPr>
          <p:nvPr>
            <p:ph type="sldNum" sz="quarter" idx="12"/>
          </p:nvPr>
        </p:nvSpPr>
        <p:spPr/>
        <p:txBody>
          <a:bodyPr/>
          <a:lstStyle/>
          <a:p>
            <a:fld id="{0E432819-B1C9-4D2F-8F6B-911D67ACBAA2}" type="slidenum">
              <a:rPr lang="ar-SA" smtClean="0"/>
              <a:pPr/>
              <a:t>‹#›</a:t>
            </a:fld>
            <a:endParaRPr lang="ar-SA"/>
          </a:p>
        </p:txBody>
      </p:sp>
    </p:spTree>
    <p:extLst>
      <p:ext uri="{BB962C8B-B14F-4D97-AF65-F5344CB8AC3E}">
        <p14:creationId xmlns:p14="http://schemas.microsoft.com/office/powerpoint/2010/main" val="2393452811"/>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عنوان المقطع">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ar-SA"/>
              <a:t>انقر لتحرير أنماط نص الشكل الرئيسي</a:t>
            </a:r>
          </a:p>
        </p:txBody>
      </p:sp>
      <p:sp>
        <p:nvSpPr>
          <p:cNvPr id="4" name="Date Placeholder 3"/>
          <p:cNvSpPr>
            <a:spLocks noGrp="1"/>
          </p:cNvSpPr>
          <p:nvPr>
            <p:ph type="dt" sz="half" idx="10"/>
          </p:nvPr>
        </p:nvSpPr>
        <p:spPr/>
        <p:txBody>
          <a:bodyPr/>
          <a:lstStyle/>
          <a:p>
            <a:fld id="{D549BBF2-2FCA-4FA0-A2ED-1A3DB44831C5}" type="datetime1">
              <a:rPr lang="ar-SA" smtClean="0"/>
              <a:pPr/>
              <a:t>11/03/1446</a:t>
            </a:fld>
            <a:endParaRPr lang="ar-SA"/>
          </a:p>
        </p:txBody>
      </p:sp>
      <p:sp>
        <p:nvSpPr>
          <p:cNvPr id="5" name="Footer Placeholder 4"/>
          <p:cNvSpPr>
            <a:spLocks noGrp="1"/>
          </p:cNvSpPr>
          <p:nvPr>
            <p:ph type="ftr" sz="quarter" idx="11"/>
          </p:nvPr>
        </p:nvSpPr>
        <p:spPr/>
        <p:txBody>
          <a:bodyPr/>
          <a:lstStyle/>
          <a:p>
            <a:r>
              <a:rPr lang="en-US"/>
              <a:t>Internet Technologies - Chapter 2</a:t>
            </a:r>
            <a:endParaRPr lang="ar-SA"/>
          </a:p>
        </p:txBody>
      </p:sp>
      <p:sp>
        <p:nvSpPr>
          <p:cNvPr id="6" name="Slide Number Placeholder 5"/>
          <p:cNvSpPr>
            <a:spLocks noGrp="1"/>
          </p:cNvSpPr>
          <p:nvPr>
            <p:ph type="sldNum" sz="quarter" idx="12"/>
          </p:nvPr>
        </p:nvSpPr>
        <p:spPr/>
        <p:txBody>
          <a:bodyPr/>
          <a:lstStyle/>
          <a:p>
            <a:fld id="{0E432819-B1C9-4D2F-8F6B-911D67ACBAA2}" type="slidenum">
              <a:rPr lang="ar-SA" smtClean="0"/>
              <a:pPr/>
              <a:t>‹#›</a:t>
            </a:fld>
            <a:endParaRPr lang="ar-SA"/>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6559255"/>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ar-SA"/>
              <a:t>انقر لتحرير نمط عنوان الشكل الرئيسي</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5" name="Date Placeholder 4"/>
          <p:cNvSpPr>
            <a:spLocks noGrp="1"/>
          </p:cNvSpPr>
          <p:nvPr>
            <p:ph type="dt" sz="half" idx="10"/>
          </p:nvPr>
        </p:nvSpPr>
        <p:spPr/>
        <p:txBody>
          <a:bodyPr/>
          <a:lstStyle/>
          <a:p>
            <a:fld id="{D549BBF2-2FCA-4FA0-A2ED-1A3DB44831C5}" type="datetime1">
              <a:rPr lang="ar-SA" smtClean="0"/>
              <a:pPr/>
              <a:t>11/03/1446</a:t>
            </a:fld>
            <a:endParaRPr lang="ar-SA"/>
          </a:p>
        </p:txBody>
      </p:sp>
      <p:sp>
        <p:nvSpPr>
          <p:cNvPr id="6" name="Footer Placeholder 5"/>
          <p:cNvSpPr>
            <a:spLocks noGrp="1"/>
          </p:cNvSpPr>
          <p:nvPr>
            <p:ph type="ftr" sz="quarter" idx="11"/>
          </p:nvPr>
        </p:nvSpPr>
        <p:spPr/>
        <p:txBody>
          <a:bodyPr/>
          <a:lstStyle/>
          <a:p>
            <a:r>
              <a:rPr lang="en-US"/>
              <a:t>Internet Technologies - Chapter 2</a:t>
            </a:r>
            <a:endParaRPr lang="ar-SA"/>
          </a:p>
        </p:txBody>
      </p:sp>
      <p:sp>
        <p:nvSpPr>
          <p:cNvPr id="7" name="Slide Number Placeholder 6"/>
          <p:cNvSpPr>
            <a:spLocks noGrp="1"/>
          </p:cNvSpPr>
          <p:nvPr>
            <p:ph type="sldNum" sz="quarter" idx="12"/>
          </p:nvPr>
        </p:nvSpPr>
        <p:spPr/>
        <p:txBody>
          <a:bodyPr/>
          <a:lstStyle/>
          <a:p>
            <a:fld id="{0E432819-B1C9-4D2F-8F6B-911D67ACBAA2}" type="slidenum">
              <a:rPr lang="ar-SA" smtClean="0"/>
              <a:pPr/>
              <a:t>‹#›</a:t>
            </a:fld>
            <a:endParaRPr lang="ar-SA"/>
          </a:p>
        </p:txBody>
      </p:sp>
    </p:spTree>
    <p:extLst>
      <p:ext uri="{BB962C8B-B14F-4D97-AF65-F5344CB8AC3E}">
        <p14:creationId xmlns:p14="http://schemas.microsoft.com/office/powerpoint/2010/main" val="168677098"/>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4" name="Content Placeholder 3"/>
          <p:cNvSpPr>
            <a:spLocks noGrp="1"/>
          </p:cNvSpPr>
          <p:nvPr>
            <p:ph sz="half" idx="2"/>
          </p:nvPr>
        </p:nvSpPr>
        <p:spPr>
          <a:xfrm>
            <a:off x="1024128" y="2967788"/>
            <a:ext cx="4754880" cy="3341572"/>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ar-SA"/>
              <a:t>انقر لتحرير أنماط نص الشكل الرئيسي</a:t>
            </a:r>
          </a:p>
        </p:txBody>
      </p:sp>
      <p:sp>
        <p:nvSpPr>
          <p:cNvPr id="6" name="Content Placeholder 5"/>
          <p:cNvSpPr>
            <a:spLocks noGrp="1"/>
          </p:cNvSpPr>
          <p:nvPr>
            <p:ph sz="quarter" idx="4"/>
          </p:nvPr>
        </p:nvSpPr>
        <p:spPr>
          <a:xfrm>
            <a:off x="5990888" y="2967788"/>
            <a:ext cx="4754880" cy="3341572"/>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7" name="Date Placeholder 6"/>
          <p:cNvSpPr>
            <a:spLocks noGrp="1"/>
          </p:cNvSpPr>
          <p:nvPr>
            <p:ph type="dt" sz="half" idx="10"/>
          </p:nvPr>
        </p:nvSpPr>
        <p:spPr/>
        <p:txBody>
          <a:bodyPr/>
          <a:lstStyle/>
          <a:p>
            <a:fld id="{D549BBF2-2FCA-4FA0-A2ED-1A3DB44831C5}" type="datetime1">
              <a:rPr lang="ar-SA" smtClean="0"/>
              <a:pPr/>
              <a:t>11/03/1446</a:t>
            </a:fld>
            <a:endParaRPr lang="ar-SA"/>
          </a:p>
        </p:txBody>
      </p:sp>
      <p:sp>
        <p:nvSpPr>
          <p:cNvPr id="8" name="Footer Placeholder 7"/>
          <p:cNvSpPr>
            <a:spLocks noGrp="1"/>
          </p:cNvSpPr>
          <p:nvPr>
            <p:ph type="ftr" sz="quarter" idx="11"/>
          </p:nvPr>
        </p:nvSpPr>
        <p:spPr/>
        <p:txBody>
          <a:bodyPr/>
          <a:lstStyle/>
          <a:p>
            <a:r>
              <a:rPr lang="en-US"/>
              <a:t>Internet Technologies - Chapter 2</a:t>
            </a:r>
            <a:endParaRPr lang="ar-SA"/>
          </a:p>
        </p:txBody>
      </p:sp>
      <p:sp>
        <p:nvSpPr>
          <p:cNvPr id="9" name="Slide Number Placeholder 8"/>
          <p:cNvSpPr>
            <a:spLocks noGrp="1"/>
          </p:cNvSpPr>
          <p:nvPr>
            <p:ph type="sldNum" sz="quarter" idx="12"/>
          </p:nvPr>
        </p:nvSpPr>
        <p:spPr/>
        <p:txBody>
          <a:bodyPr/>
          <a:lstStyle/>
          <a:p>
            <a:fld id="{0E432819-B1C9-4D2F-8F6B-911D67ACBAA2}" type="slidenum">
              <a:rPr lang="ar-SA" smtClean="0"/>
              <a:pPr/>
              <a:t>‹#›</a:t>
            </a:fld>
            <a:endParaRPr lang="ar-SA"/>
          </a:p>
        </p:txBody>
      </p:sp>
    </p:spTree>
    <p:extLst>
      <p:ext uri="{BB962C8B-B14F-4D97-AF65-F5344CB8AC3E}">
        <p14:creationId xmlns:p14="http://schemas.microsoft.com/office/powerpoint/2010/main" val="2858738550"/>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Date Placeholder 2"/>
          <p:cNvSpPr>
            <a:spLocks noGrp="1"/>
          </p:cNvSpPr>
          <p:nvPr>
            <p:ph type="dt" sz="half" idx="10"/>
          </p:nvPr>
        </p:nvSpPr>
        <p:spPr/>
        <p:txBody>
          <a:bodyPr/>
          <a:lstStyle/>
          <a:p>
            <a:fld id="{D549BBF2-2FCA-4FA0-A2ED-1A3DB44831C5}" type="datetime1">
              <a:rPr lang="ar-SA" smtClean="0"/>
              <a:pPr/>
              <a:t>11/03/1446</a:t>
            </a:fld>
            <a:endParaRPr lang="ar-SA"/>
          </a:p>
        </p:txBody>
      </p:sp>
      <p:sp>
        <p:nvSpPr>
          <p:cNvPr id="4" name="Footer Placeholder 3"/>
          <p:cNvSpPr>
            <a:spLocks noGrp="1"/>
          </p:cNvSpPr>
          <p:nvPr>
            <p:ph type="ftr" sz="quarter" idx="11"/>
          </p:nvPr>
        </p:nvSpPr>
        <p:spPr/>
        <p:txBody>
          <a:bodyPr/>
          <a:lstStyle/>
          <a:p>
            <a:r>
              <a:rPr lang="en-US"/>
              <a:t>Internet Technologies - Chapter 2</a:t>
            </a:r>
            <a:endParaRPr lang="ar-SA"/>
          </a:p>
        </p:txBody>
      </p:sp>
      <p:sp>
        <p:nvSpPr>
          <p:cNvPr id="5" name="Slide Number Placeholder 4"/>
          <p:cNvSpPr>
            <a:spLocks noGrp="1"/>
          </p:cNvSpPr>
          <p:nvPr>
            <p:ph type="sldNum" sz="quarter" idx="12"/>
          </p:nvPr>
        </p:nvSpPr>
        <p:spPr/>
        <p:txBody>
          <a:bodyPr/>
          <a:lstStyle/>
          <a:p>
            <a:fld id="{0E432819-B1C9-4D2F-8F6B-911D67ACBAA2}" type="slidenum">
              <a:rPr lang="ar-SA" smtClean="0"/>
              <a:pPr/>
              <a:t>‹#›</a:t>
            </a:fld>
            <a:endParaRPr lang="ar-SA"/>
          </a:p>
        </p:txBody>
      </p:sp>
    </p:spTree>
    <p:extLst>
      <p:ext uri="{BB962C8B-B14F-4D97-AF65-F5344CB8AC3E}">
        <p14:creationId xmlns:p14="http://schemas.microsoft.com/office/powerpoint/2010/main" val="3954756"/>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فارغ">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49BBF2-2FCA-4FA0-A2ED-1A3DB44831C5}" type="datetime1">
              <a:rPr lang="ar-SA" smtClean="0"/>
              <a:pPr/>
              <a:t>11/03/1446</a:t>
            </a:fld>
            <a:endParaRPr lang="ar-SA"/>
          </a:p>
        </p:txBody>
      </p:sp>
      <p:sp>
        <p:nvSpPr>
          <p:cNvPr id="3" name="Footer Placeholder 2"/>
          <p:cNvSpPr>
            <a:spLocks noGrp="1"/>
          </p:cNvSpPr>
          <p:nvPr>
            <p:ph type="ftr" sz="quarter" idx="11"/>
          </p:nvPr>
        </p:nvSpPr>
        <p:spPr/>
        <p:txBody>
          <a:bodyPr/>
          <a:lstStyle/>
          <a:p>
            <a:r>
              <a:rPr lang="en-US"/>
              <a:t>Internet Technologies - Chapter 2</a:t>
            </a:r>
            <a:endParaRPr lang="ar-SA"/>
          </a:p>
        </p:txBody>
      </p:sp>
      <p:sp>
        <p:nvSpPr>
          <p:cNvPr id="4" name="Slide Number Placeholder 3"/>
          <p:cNvSpPr>
            <a:spLocks noGrp="1"/>
          </p:cNvSpPr>
          <p:nvPr>
            <p:ph type="sldNum" sz="quarter" idx="12"/>
          </p:nvPr>
        </p:nvSpPr>
        <p:spPr/>
        <p:txBody>
          <a:bodyPr/>
          <a:lstStyle/>
          <a:p>
            <a:fld id="{0E432819-B1C9-4D2F-8F6B-911D67ACBAA2}" type="slidenum">
              <a:rPr lang="ar-SA" smtClean="0"/>
              <a:pPr/>
              <a:t>‹#›</a:t>
            </a:fld>
            <a:endParaRPr lang="ar-SA"/>
          </a:p>
        </p:txBody>
      </p:sp>
    </p:spTree>
    <p:extLst>
      <p:ext uri="{BB962C8B-B14F-4D97-AF65-F5344CB8AC3E}">
        <p14:creationId xmlns:p14="http://schemas.microsoft.com/office/powerpoint/2010/main" val="2826414110"/>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ar-SA"/>
              <a:t>انقر لتحرير نمط عنوان الشكل الرئيسي</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D549BBF2-2FCA-4FA0-A2ED-1A3DB44831C5}" type="datetime1">
              <a:rPr lang="ar-SA" smtClean="0"/>
              <a:pPr/>
              <a:t>11/03/1446</a:t>
            </a:fld>
            <a:endParaRPr lang="ar-SA"/>
          </a:p>
        </p:txBody>
      </p:sp>
      <p:sp>
        <p:nvSpPr>
          <p:cNvPr id="6" name="Footer Placeholder 5"/>
          <p:cNvSpPr>
            <a:spLocks noGrp="1"/>
          </p:cNvSpPr>
          <p:nvPr>
            <p:ph type="ftr" sz="quarter" idx="11"/>
          </p:nvPr>
        </p:nvSpPr>
        <p:spPr/>
        <p:txBody>
          <a:bodyPr/>
          <a:lstStyle/>
          <a:p>
            <a:r>
              <a:rPr lang="en-US"/>
              <a:t>Internet Technologies - Chapter 2</a:t>
            </a:r>
            <a:endParaRPr lang="ar-SA"/>
          </a:p>
        </p:txBody>
      </p:sp>
      <p:sp>
        <p:nvSpPr>
          <p:cNvPr id="7" name="Slide Number Placeholder 6"/>
          <p:cNvSpPr>
            <a:spLocks noGrp="1"/>
          </p:cNvSpPr>
          <p:nvPr>
            <p:ph type="sldNum" sz="quarter" idx="12"/>
          </p:nvPr>
        </p:nvSpPr>
        <p:spPr/>
        <p:txBody>
          <a:bodyPr/>
          <a:lstStyle/>
          <a:p>
            <a:fld id="{0E432819-B1C9-4D2F-8F6B-911D67ACBAA2}" type="slidenum">
              <a:rPr lang="ar-SA" smtClean="0"/>
              <a:pPr/>
              <a:t>‹#›</a:t>
            </a:fld>
            <a:endParaRPr lang="ar-SA"/>
          </a:p>
        </p:txBody>
      </p:sp>
    </p:spTree>
    <p:extLst>
      <p:ext uri="{BB962C8B-B14F-4D97-AF65-F5344CB8AC3E}">
        <p14:creationId xmlns:p14="http://schemas.microsoft.com/office/powerpoint/2010/main" val="4055077945"/>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صورة مع تسمية 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ar-SA"/>
              <a:t>انقر لتحرير نمط عنوان الشكل الرئيسي</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ar-SA"/>
              <a:t>انقر فوق الأيقونة لإضافة صورة</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D549BBF2-2FCA-4FA0-A2ED-1A3DB44831C5}" type="datetime1">
              <a:rPr lang="ar-SA" smtClean="0"/>
              <a:pPr/>
              <a:t>11/03/1446</a:t>
            </a:fld>
            <a:endParaRPr lang="ar-SA"/>
          </a:p>
        </p:txBody>
      </p:sp>
      <p:sp>
        <p:nvSpPr>
          <p:cNvPr id="6" name="Footer Placeholder 5"/>
          <p:cNvSpPr>
            <a:spLocks noGrp="1"/>
          </p:cNvSpPr>
          <p:nvPr>
            <p:ph type="ftr" sz="quarter" idx="11"/>
          </p:nvPr>
        </p:nvSpPr>
        <p:spPr/>
        <p:txBody>
          <a:bodyPr/>
          <a:lstStyle/>
          <a:p>
            <a:r>
              <a:rPr lang="en-US"/>
              <a:t>Internet Technologies - Chapter 2</a:t>
            </a:r>
            <a:endParaRPr lang="ar-SA"/>
          </a:p>
        </p:txBody>
      </p:sp>
      <p:sp>
        <p:nvSpPr>
          <p:cNvPr id="7" name="Slide Number Placeholder 6"/>
          <p:cNvSpPr>
            <a:spLocks noGrp="1"/>
          </p:cNvSpPr>
          <p:nvPr>
            <p:ph type="sldNum" sz="quarter" idx="12"/>
          </p:nvPr>
        </p:nvSpPr>
        <p:spPr/>
        <p:txBody>
          <a:bodyPr/>
          <a:lstStyle/>
          <a:p>
            <a:fld id="{0E432819-B1C9-4D2F-8F6B-911D67ACBAA2}" type="slidenum">
              <a:rPr lang="ar-SA" smtClean="0"/>
              <a:pPr/>
              <a:t>‹#›</a:t>
            </a:fld>
            <a:endParaRPr lang="ar-SA"/>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4668276"/>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Vertical Text Placeholder 2"/>
          <p:cNvSpPr>
            <a:spLocks noGrp="1"/>
          </p:cNvSpPr>
          <p:nvPr>
            <p:ph type="body" orient="vert" idx="1"/>
          </p:nvPr>
        </p:nvSpPr>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D549BBF2-2FCA-4FA0-A2ED-1A3DB44831C5}" type="datetime1">
              <a:rPr lang="ar-SA" smtClean="0"/>
              <a:pPr/>
              <a:t>11/03/1446</a:t>
            </a:fld>
            <a:endParaRPr lang="ar-SA"/>
          </a:p>
        </p:txBody>
      </p:sp>
      <p:sp>
        <p:nvSpPr>
          <p:cNvPr id="5" name="Footer Placeholder 4"/>
          <p:cNvSpPr>
            <a:spLocks noGrp="1"/>
          </p:cNvSpPr>
          <p:nvPr>
            <p:ph type="ftr" sz="quarter" idx="11"/>
          </p:nvPr>
        </p:nvSpPr>
        <p:spPr/>
        <p:txBody>
          <a:bodyPr/>
          <a:lstStyle/>
          <a:p>
            <a:r>
              <a:rPr lang="en-US"/>
              <a:t>Internet Technologies - Chapter 2</a:t>
            </a:r>
            <a:endParaRPr lang="ar-SA"/>
          </a:p>
        </p:txBody>
      </p:sp>
      <p:sp>
        <p:nvSpPr>
          <p:cNvPr id="6" name="Slide Number Placeholder 5"/>
          <p:cNvSpPr>
            <a:spLocks noGrp="1"/>
          </p:cNvSpPr>
          <p:nvPr>
            <p:ph type="sldNum" sz="quarter" idx="12"/>
          </p:nvPr>
        </p:nvSpPr>
        <p:spPr/>
        <p:txBody>
          <a:bodyPr/>
          <a:lstStyle/>
          <a:p>
            <a:fld id="{0E432819-B1C9-4D2F-8F6B-911D67ACBAA2}" type="slidenum">
              <a:rPr lang="ar-SA" smtClean="0"/>
              <a:pPr/>
              <a:t>‹#›</a:t>
            </a:fld>
            <a:endParaRPr lang="ar-SA"/>
          </a:p>
        </p:txBody>
      </p:sp>
    </p:spTree>
    <p:extLst>
      <p:ext uri="{BB962C8B-B14F-4D97-AF65-F5344CB8AC3E}">
        <p14:creationId xmlns:p14="http://schemas.microsoft.com/office/powerpoint/2010/main" val="4095803747"/>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عنوان ونص عموديان">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ar-SA"/>
              <a:t>انقر لتحرير نمط عنوان الشكل الرئيسي</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D549BBF2-2FCA-4FA0-A2ED-1A3DB44831C5}" type="datetime1">
              <a:rPr lang="ar-SA" smtClean="0"/>
              <a:pPr/>
              <a:t>11/03/1446</a:t>
            </a:fld>
            <a:endParaRPr lang="ar-SA"/>
          </a:p>
        </p:txBody>
      </p:sp>
      <p:sp>
        <p:nvSpPr>
          <p:cNvPr id="5" name="Footer Placeholder 4"/>
          <p:cNvSpPr>
            <a:spLocks noGrp="1"/>
          </p:cNvSpPr>
          <p:nvPr>
            <p:ph type="ftr" sz="quarter" idx="11"/>
          </p:nvPr>
        </p:nvSpPr>
        <p:spPr/>
        <p:txBody>
          <a:bodyPr/>
          <a:lstStyle/>
          <a:p>
            <a:r>
              <a:rPr lang="en-US"/>
              <a:t>Internet Technologies - Chapter 2</a:t>
            </a:r>
            <a:endParaRPr lang="ar-SA"/>
          </a:p>
        </p:txBody>
      </p:sp>
      <p:sp>
        <p:nvSpPr>
          <p:cNvPr id="6" name="Slide Number Placeholder 5"/>
          <p:cNvSpPr>
            <a:spLocks noGrp="1"/>
          </p:cNvSpPr>
          <p:nvPr>
            <p:ph type="sldNum" sz="quarter" idx="12"/>
          </p:nvPr>
        </p:nvSpPr>
        <p:spPr/>
        <p:txBody>
          <a:bodyPr/>
          <a:lstStyle/>
          <a:p>
            <a:fld id="{0E432819-B1C9-4D2F-8F6B-911D67ACBAA2}" type="slidenum">
              <a:rPr lang="ar-SA" smtClean="0"/>
              <a:pPr/>
              <a:t>‹#›</a:t>
            </a:fld>
            <a:endParaRPr lang="ar-SA"/>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8889325"/>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D549BBF2-2FCA-4FA0-A2ED-1A3DB44831C5}" type="datetime1">
              <a:rPr lang="ar-SA" smtClean="0"/>
              <a:pPr/>
              <a:t>11/03/1446</a:t>
            </a:fld>
            <a:endParaRPr lang="ar-SA"/>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r>
              <a:rPr lang="en-US"/>
              <a:t>Internet Technologies - Chapter 2</a:t>
            </a:r>
            <a:endParaRPr lang="ar-SA"/>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0E432819-B1C9-4D2F-8F6B-911D67ACBAA2}" type="slidenum">
              <a:rPr lang="ar-SA" smtClean="0"/>
              <a:pPr/>
              <a:t>‹#›</a:t>
            </a:fld>
            <a:endParaRPr lang="ar-SA"/>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856791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www.yahoo.com/"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webopedia.com/TERM/H/HTML.html" TargetMode="External"/><Relationship Id="rId2" Type="http://schemas.openxmlformats.org/officeDocument/2006/relationships/hyperlink" Target="https://www.webopedia.com/TERM/W/World_Wide_Web.html" TargetMode="External"/><Relationship Id="rId1" Type="http://schemas.openxmlformats.org/officeDocument/2006/relationships/slideLayout" Target="../slideLayouts/slideLayout2.xml"/><Relationship Id="rId6" Type="http://schemas.openxmlformats.org/officeDocument/2006/relationships/hyperlink" Target="https://www.webopedia.com/TERM/W/Web_Services.html" TargetMode="External"/><Relationship Id="rId5" Type="http://schemas.openxmlformats.org/officeDocument/2006/relationships/hyperlink" Target="https://www.webopedia.com/TERM/B/blog.html" TargetMode="External"/><Relationship Id="rId4" Type="http://schemas.openxmlformats.org/officeDocument/2006/relationships/hyperlink" Target="https://www.webopedia.com/TERM/H/Hosting_Services_Provider.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Internet Technologies</a:t>
            </a:r>
            <a:br>
              <a:rPr lang="en-US" dirty="0"/>
            </a:br>
            <a:r>
              <a:rPr lang="en-US" dirty="0"/>
              <a:t>MIS-341-4</a:t>
            </a:r>
            <a:endParaRPr lang="ar-SA" dirty="0"/>
          </a:p>
        </p:txBody>
      </p:sp>
      <p:sp>
        <p:nvSpPr>
          <p:cNvPr id="3" name="Subtitle 2"/>
          <p:cNvSpPr>
            <a:spLocks noGrp="1"/>
          </p:cNvSpPr>
          <p:nvPr>
            <p:ph type="subTitle" idx="1"/>
          </p:nvPr>
        </p:nvSpPr>
        <p:spPr/>
        <p:txBody>
          <a:bodyPr>
            <a:normAutofit/>
          </a:bodyPr>
          <a:lstStyle/>
          <a:p>
            <a:endParaRPr lang="en-US" sz="4400" dirty="0"/>
          </a:p>
          <a:p>
            <a:r>
              <a:rPr lang="en-US" sz="4400" dirty="0"/>
              <a:t>Chapter 2</a:t>
            </a:r>
            <a:endParaRPr lang="ar-SA" sz="4400" dirty="0"/>
          </a:p>
        </p:txBody>
      </p:sp>
      <p:sp>
        <p:nvSpPr>
          <p:cNvPr id="5" name="Footer Placeholder 4"/>
          <p:cNvSpPr>
            <a:spLocks noGrp="1"/>
          </p:cNvSpPr>
          <p:nvPr>
            <p:ph type="ftr" sz="quarter" idx="11"/>
          </p:nvPr>
        </p:nvSpPr>
        <p:spPr/>
        <p:txBody>
          <a:bodyPr/>
          <a:lstStyle/>
          <a:p>
            <a:r>
              <a:rPr lang="en-US"/>
              <a:t>Internet Technologies - Chapter 2</a:t>
            </a:r>
            <a:endParaRPr lang="ar-SA"/>
          </a:p>
        </p:txBody>
      </p:sp>
      <p:sp>
        <p:nvSpPr>
          <p:cNvPr id="4" name="Slide Number Placeholder 3"/>
          <p:cNvSpPr>
            <a:spLocks noGrp="1"/>
          </p:cNvSpPr>
          <p:nvPr>
            <p:ph type="sldNum" sz="quarter" idx="12"/>
          </p:nvPr>
        </p:nvSpPr>
        <p:spPr/>
        <p:txBody>
          <a:bodyPr/>
          <a:lstStyle/>
          <a:p>
            <a:fld id="{0E432819-B1C9-4D2F-8F6B-911D67ACBAA2}" type="slidenum">
              <a:rPr lang="ar-SA" smtClean="0"/>
              <a:pPr/>
              <a:t>1</a:t>
            </a:fld>
            <a:endParaRPr lang="ar-SA"/>
          </a:p>
        </p:txBody>
      </p:sp>
    </p:spTree>
    <p:extLst>
      <p:ext uri="{BB962C8B-B14F-4D97-AF65-F5344CB8AC3E}">
        <p14:creationId xmlns:p14="http://schemas.microsoft.com/office/powerpoint/2010/main" val="603625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Web Basics &amp; the Concept of Web 2.0</a:t>
            </a:r>
            <a:endParaRPr lang="ar-SA" dirty="0"/>
          </a:p>
        </p:txBody>
      </p:sp>
      <p:sp>
        <p:nvSpPr>
          <p:cNvPr id="3" name="Content Placeholder 2"/>
          <p:cNvSpPr>
            <a:spLocks noGrp="1"/>
          </p:cNvSpPr>
          <p:nvPr>
            <p:ph idx="1"/>
          </p:nvPr>
        </p:nvSpPr>
        <p:spPr>
          <a:xfrm>
            <a:off x="838200" y="1690688"/>
            <a:ext cx="10515600" cy="4486275"/>
          </a:xfrm>
        </p:spPr>
        <p:txBody>
          <a:bodyPr>
            <a:normAutofit lnSpcReduction="10000"/>
          </a:bodyPr>
          <a:lstStyle/>
          <a:p>
            <a:pPr marL="0" indent="0">
              <a:buNone/>
            </a:pPr>
            <a:r>
              <a:rPr lang="en-US" b="1" dirty="0"/>
              <a:t>Web Basics:</a:t>
            </a:r>
          </a:p>
          <a:p>
            <a:pPr marL="0" indent="0">
              <a:buNone/>
            </a:pPr>
            <a:r>
              <a:rPr lang="x-none" b="1" dirty="0"/>
              <a:t>WWW</a:t>
            </a:r>
            <a:r>
              <a:rPr lang="en-US" b="1" dirty="0"/>
              <a:t>:</a:t>
            </a:r>
          </a:p>
          <a:p>
            <a:pPr algn="just"/>
            <a:r>
              <a:rPr lang="en-US" dirty="0"/>
              <a:t>WWW stands for </a:t>
            </a:r>
            <a:r>
              <a:rPr lang="en-US" b="1" dirty="0"/>
              <a:t>W</a:t>
            </a:r>
            <a:r>
              <a:rPr lang="en-US" dirty="0"/>
              <a:t>orld </a:t>
            </a:r>
            <a:r>
              <a:rPr lang="en-US" b="1" dirty="0"/>
              <a:t>W</a:t>
            </a:r>
            <a:r>
              <a:rPr lang="en-US" dirty="0"/>
              <a:t>ide </a:t>
            </a:r>
            <a:r>
              <a:rPr lang="en-US" b="1" dirty="0"/>
              <a:t>W</a:t>
            </a:r>
            <a:r>
              <a:rPr lang="en-US" dirty="0"/>
              <a:t>eb. A technical definition of the World Wide Web is − All the resources and users on the Internet that are using the Hypertext Transfer Protocol (HTTP).</a:t>
            </a:r>
          </a:p>
          <a:p>
            <a:pPr algn="just"/>
            <a:r>
              <a:rPr lang="en-US" dirty="0"/>
              <a:t>A broader definition comes from the organization that Web inventor Tim Berners-Lee helped found, the World Wide Web Consortium (W3C): The World Wide Web is the universe of network-accessible information, an embodiment of human knowledge.</a:t>
            </a:r>
          </a:p>
          <a:p>
            <a:pPr algn="just"/>
            <a:r>
              <a:rPr lang="en-US" dirty="0"/>
              <a:t>In simple terms, The World Wide Web is a way of exchanging information between computers on the Internet, tying them together into a vast collection of interactive multimedia resources.</a:t>
            </a:r>
          </a:p>
          <a:p>
            <a:pPr marL="0" indent="0" algn="just">
              <a:buNone/>
            </a:pPr>
            <a:r>
              <a:rPr lang="en-US" b="1" dirty="0"/>
              <a:t> </a:t>
            </a:r>
            <a:endParaRPr lang="en-US" dirty="0"/>
          </a:p>
          <a:p>
            <a:pPr algn="just"/>
            <a:r>
              <a:rPr lang="en-US" b="1" dirty="0"/>
              <a:t>Internet</a:t>
            </a:r>
            <a:r>
              <a:rPr lang="en-US" dirty="0"/>
              <a:t> and </a:t>
            </a:r>
            <a:r>
              <a:rPr lang="en-US" b="1" dirty="0"/>
              <a:t>Web</a:t>
            </a:r>
            <a:r>
              <a:rPr lang="en-US" dirty="0"/>
              <a:t> is not the same thing: Web uses internet to pass over the information.</a:t>
            </a:r>
            <a:endParaRPr lang="ar-SA" dirty="0"/>
          </a:p>
        </p:txBody>
      </p:sp>
      <p:sp>
        <p:nvSpPr>
          <p:cNvPr id="5" name="Footer Placeholder 4"/>
          <p:cNvSpPr>
            <a:spLocks noGrp="1"/>
          </p:cNvSpPr>
          <p:nvPr>
            <p:ph type="ftr" sz="quarter" idx="11"/>
          </p:nvPr>
        </p:nvSpPr>
        <p:spPr/>
        <p:txBody>
          <a:bodyPr/>
          <a:lstStyle/>
          <a:p>
            <a:r>
              <a:rPr lang="en-US"/>
              <a:t>Internet Technologies - Chapter 2</a:t>
            </a:r>
            <a:endParaRPr lang="ar-SA"/>
          </a:p>
        </p:txBody>
      </p:sp>
      <p:sp>
        <p:nvSpPr>
          <p:cNvPr id="4" name="Slide Number Placeholder 3"/>
          <p:cNvSpPr>
            <a:spLocks noGrp="1"/>
          </p:cNvSpPr>
          <p:nvPr>
            <p:ph type="sldNum" sz="quarter" idx="12"/>
          </p:nvPr>
        </p:nvSpPr>
        <p:spPr/>
        <p:txBody>
          <a:bodyPr/>
          <a:lstStyle/>
          <a:p>
            <a:fld id="{0E432819-B1C9-4D2F-8F6B-911D67ACBAA2}" type="slidenum">
              <a:rPr lang="ar-SA" smtClean="0"/>
              <a:pPr/>
              <a:t>2</a:t>
            </a:fld>
            <a:endParaRPr lang="ar-SA"/>
          </a:p>
        </p:txBody>
      </p:sp>
    </p:spTree>
    <p:extLst>
      <p:ext uri="{BB962C8B-B14F-4D97-AF65-F5344CB8AC3E}">
        <p14:creationId xmlns:p14="http://schemas.microsoft.com/office/powerpoint/2010/main" val="505428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Basics:</a:t>
            </a:r>
            <a:endParaRPr lang="ar-SA" dirty="0"/>
          </a:p>
        </p:txBody>
      </p:sp>
      <p:pic>
        <p:nvPicPr>
          <p:cNvPr id="7" name="Content Placeholder 6"/>
          <p:cNvPicPr>
            <a:picLocks noGrp="1" noChangeAspect="1"/>
          </p:cNvPicPr>
          <p:nvPr>
            <p:ph idx="1"/>
          </p:nvPr>
        </p:nvPicPr>
        <p:blipFill>
          <a:blip r:embed="rId2" cstate="print"/>
          <a:stretch>
            <a:fillRect/>
          </a:stretch>
        </p:blipFill>
        <p:spPr>
          <a:xfrm>
            <a:off x="2394066" y="1862052"/>
            <a:ext cx="6891250" cy="3965170"/>
          </a:xfrm>
          <a:prstGeom prst="rect">
            <a:avLst/>
          </a:prstGeom>
        </p:spPr>
      </p:pic>
      <p:sp>
        <p:nvSpPr>
          <p:cNvPr id="5" name="Footer Placeholder 4"/>
          <p:cNvSpPr>
            <a:spLocks noGrp="1"/>
          </p:cNvSpPr>
          <p:nvPr>
            <p:ph type="ftr" sz="quarter" idx="11"/>
          </p:nvPr>
        </p:nvSpPr>
        <p:spPr/>
        <p:txBody>
          <a:bodyPr/>
          <a:lstStyle/>
          <a:p>
            <a:r>
              <a:rPr lang="en-US"/>
              <a:t>Internet Technologies - Chapter 2</a:t>
            </a:r>
            <a:endParaRPr lang="ar-SA"/>
          </a:p>
        </p:txBody>
      </p:sp>
      <p:sp>
        <p:nvSpPr>
          <p:cNvPr id="4" name="Slide Number Placeholder 3"/>
          <p:cNvSpPr>
            <a:spLocks noGrp="1"/>
          </p:cNvSpPr>
          <p:nvPr>
            <p:ph type="sldNum" sz="quarter" idx="12"/>
          </p:nvPr>
        </p:nvSpPr>
        <p:spPr/>
        <p:txBody>
          <a:bodyPr/>
          <a:lstStyle/>
          <a:p>
            <a:fld id="{0E432819-B1C9-4D2F-8F6B-911D67ACBAA2}" type="slidenum">
              <a:rPr lang="ar-SA" smtClean="0"/>
              <a:pPr/>
              <a:t>3</a:t>
            </a:fld>
            <a:endParaRPr lang="ar-SA"/>
          </a:p>
        </p:txBody>
      </p:sp>
    </p:spTree>
    <p:extLst>
      <p:ext uri="{BB962C8B-B14F-4D97-AF65-F5344CB8AC3E}">
        <p14:creationId xmlns:p14="http://schemas.microsoft.com/office/powerpoint/2010/main" val="4246051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Domain Name System Architecture:</a:t>
            </a:r>
            <a:endParaRPr lang="ar-SA" b="1" dirty="0"/>
          </a:p>
        </p:txBody>
      </p:sp>
      <p:sp>
        <p:nvSpPr>
          <p:cNvPr id="3" name="Content Placeholder 2"/>
          <p:cNvSpPr>
            <a:spLocks noGrp="1"/>
          </p:cNvSpPr>
          <p:nvPr>
            <p:ph idx="1"/>
          </p:nvPr>
        </p:nvSpPr>
        <p:spPr>
          <a:xfrm>
            <a:off x="838200" y="1825625"/>
            <a:ext cx="10515600" cy="4558550"/>
          </a:xfrm>
        </p:spPr>
        <p:txBody>
          <a:bodyPr/>
          <a:lstStyle/>
          <a:p>
            <a:r>
              <a:rPr lang="en-US" dirty="0"/>
              <a:t>The Domain name system comprises of </a:t>
            </a:r>
            <a:r>
              <a:rPr lang="en-US" b="1" dirty="0"/>
              <a:t>Domain Names, Domain Name Space, and Name Server</a:t>
            </a:r>
            <a:r>
              <a:rPr lang="en-US" dirty="0"/>
              <a:t> that have been described below:</a:t>
            </a:r>
          </a:p>
          <a:p>
            <a:r>
              <a:rPr lang="x-none" b="1" dirty="0"/>
              <a:t>Domain Names</a:t>
            </a:r>
            <a:r>
              <a:rPr lang="en-US" b="1" dirty="0"/>
              <a:t>:</a:t>
            </a:r>
          </a:p>
          <a:p>
            <a:r>
              <a:rPr lang="en-US" dirty="0"/>
              <a:t>Domain Name is a symbolic string associated with an IP address. There are several domain names available; some of them are generic such as </a:t>
            </a:r>
            <a:r>
              <a:rPr lang="en-US" b="1" dirty="0"/>
              <a:t>com, </a:t>
            </a:r>
            <a:r>
              <a:rPr lang="en-US" b="1" dirty="0" err="1"/>
              <a:t>edu</a:t>
            </a:r>
            <a:r>
              <a:rPr lang="en-US" b="1" dirty="0"/>
              <a:t>, </a:t>
            </a:r>
            <a:r>
              <a:rPr lang="en-US" b="1" dirty="0" err="1"/>
              <a:t>gov</a:t>
            </a:r>
            <a:r>
              <a:rPr lang="en-US" b="1" dirty="0"/>
              <a:t>, net</a:t>
            </a:r>
            <a:r>
              <a:rPr lang="en-US" dirty="0"/>
              <a:t> </a:t>
            </a:r>
            <a:r>
              <a:rPr lang="en-US" dirty="0" err="1"/>
              <a:t>etc</a:t>
            </a:r>
            <a:r>
              <a:rPr lang="en-US" dirty="0"/>
              <a:t>, while some country level domain names such as </a:t>
            </a:r>
            <a:r>
              <a:rPr lang="en-US" b="1" dirty="0"/>
              <a:t>au, in, </a:t>
            </a:r>
            <a:r>
              <a:rPr lang="en-US" b="1" dirty="0" err="1"/>
              <a:t>za</a:t>
            </a:r>
            <a:r>
              <a:rPr lang="en-US" b="1" dirty="0"/>
              <a:t>, </a:t>
            </a:r>
            <a:r>
              <a:rPr lang="en-US" b="1" dirty="0" err="1"/>
              <a:t>us</a:t>
            </a:r>
            <a:r>
              <a:rPr lang="en-US" dirty="0" err="1"/>
              <a:t>etc</a:t>
            </a:r>
            <a:r>
              <a:rPr lang="en-US" dirty="0"/>
              <a:t>.</a:t>
            </a:r>
          </a:p>
          <a:p>
            <a:endParaRPr lang="ar-SA" dirty="0"/>
          </a:p>
        </p:txBody>
      </p:sp>
      <p:sp>
        <p:nvSpPr>
          <p:cNvPr id="5" name="Footer Placeholder 4"/>
          <p:cNvSpPr>
            <a:spLocks noGrp="1"/>
          </p:cNvSpPr>
          <p:nvPr>
            <p:ph type="ftr" sz="quarter" idx="11"/>
          </p:nvPr>
        </p:nvSpPr>
        <p:spPr/>
        <p:txBody>
          <a:bodyPr/>
          <a:lstStyle/>
          <a:p>
            <a:r>
              <a:rPr lang="en-US"/>
              <a:t>Internet Technologies - Chapter 2</a:t>
            </a:r>
            <a:endParaRPr lang="ar-SA"/>
          </a:p>
        </p:txBody>
      </p:sp>
      <p:sp>
        <p:nvSpPr>
          <p:cNvPr id="4" name="Slide Number Placeholder 3"/>
          <p:cNvSpPr>
            <a:spLocks noGrp="1"/>
          </p:cNvSpPr>
          <p:nvPr>
            <p:ph type="sldNum" sz="quarter" idx="12"/>
          </p:nvPr>
        </p:nvSpPr>
        <p:spPr/>
        <p:txBody>
          <a:bodyPr/>
          <a:lstStyle/>
          <a:p>
            <a:fld id="{0E432819-B1C9-4D2F-8F6B-911D67ACBAA2}" type="slidenum">
              <a:rPr lang="ar-SA" smtClean="0"/>
              <a:pPr/>
              <a:t>4</a:t>
            </a:fld>
            <a:endParaRPr lang="ar-SA"/>
          </a:p>
        </p:txBody>
      </p:sp>
    </p:spTree>
    <p:extLst>
      <p:ext uri="{BB962C8B-B14F-4D97-AF65-F5344CB8AC3E}">
        <p14:creationId xmlns:p14="http://schemas.microsoft.com/office/powerpoint/2010/main" val="3837220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Top-Level Domain Name:</a:t>
            </a:r>
            <a:endParaRPr lang="ar-SA" b="1" dirty="0"/>
          </a:p>
        </p:txBody>
      </p:sp>
      <p:sp>
        <p:nvSpPr>
          <p:cNvPr id="5" name="Content Placeholder 4"/>
          <p:cNvSpPr>
            <a:spLocks noGrp="1"/>
          </p:cNvSpPr>
          <p:nvPr>
            <p:ph idx="1"/>
          </p:nvPr>
        </p:nvSpPr>
        <p:spPr/>
        <p:txBody>
          <a:bodyPr/>
          <a:lstStyle/>
          <a:p>
            <a:r>
              <a:rPr lang="en-US" dirty="0"/>
              <a:t>The following table shows the </a:t>
            </a:r>
            <a:r>
              <a:rPr lang="en-US" b="1" dirty="0"/>
              <a:t>Generic</a:t>
            </a:r>
            <a:r>
              <a:rPr lang="en-US" dirty="0"/>
              <a:t> Top-Level Domain names:</a:t>
            </a:r>
          </a:p>
          <a:p>
            <a:endParaRPr lang="ar-SA" dirty="0"/>
          </a:p>
        </p:txBody>
      </p:sp>
      <p:sp>
        <p:nvSpPr>
          <p:cNvPr id="7" name="Footer Placeholder 6"/>
          <p:cNvSpPr>
            <a:spLocks noGrp="1"/>
          </p:cNvSpPr>
          <p:nvPr>
            <p:ph type="ftr" sz="quarter" idx="11"/>
          </p:nvPr>
        </p:nvSpPr>
        <p:spPr/>
        <p:txBody>
          <a:bodyPr/>
          <a:lstStyle/>
          <a:p>
            <a:r>
              <a:rPr lang="en-US"/>
              <a:t>Internet Technologies - Chapter 2</a:t>
            </a:r>
            <a:endParaRPr lang="ar-SA"/>
          </a:p>
        </p:txBody>
      </p:sp>
      <p:sp>
        <p:nvSpPr>
          <p:cNvPr id="6" name="Slide Number Placeholder 5"/>
          <p:cNvSpPr>
            <a:spLocks noGrp="1"/>
          </p:cNvSpPr>
          <p:nvPr>
            <p:ph type="sldNum" sz="quarter" idx="12"/>
          </p:nvPr>
        </p:nvSpPr>
        <p:spPr/>
        <p:txBody>
          <a:bodyPr/>
          <a:lstStyle/>
          <a:p>
            <a:fld id="{0E432819-B1C9-4D2F-8F6B-911D67ACBAA2}" type="slidenum">
              <a:rPr lang="ar-SA" smtClean="0"/>
              <a:pPr/>
              <a:t>5</a:t>
            </a:fld>
            <a:endParaRPr lang="ar-SA"/>
          </a:p>
        </p:txBody>
      </p:sp>
      <p:graphicFrame>
        <p:nvGraphicFramePr>
          <p:cNvPr id="12" name="Table 11"/>
          <p:cNvGraphicFramePr>
            <a:graphicFrameLocks noGrp="1"/>
          </p:cNvGraphicFramePr>
          <p:nvPr>
            <p:extLst>
              <p:ext uri="{D42A27DB-BD31-4B8C-83A1-F6EECF244321}">
                <p14:modId xmlns:p14="http://schemas.microsoft.com/office/powerpoint/2010/main" val="3300301861"/>
              </p:ext>
            </p:extLst>
          </p:nvPr>
        </p:nvGraphicFramePr>
        <p:xfrm>
          <a:off x="2136371" y="2661444"/>
          <a:ext cx="6924502" cy="3240592"/>
        </p:xfrm>
        <a:graphic>
          <a:graphicData uri="http://schemas.openxmlformats.org/drawingml/2006/table">
            <a:tbl>
              <a:tblPr firstRow="1" firstCol="1" bandRow="1">
                <a:tableStyleId>{5C22544A-7EE6-4342-B048-85BDC9FD1C3A}</a:tableStyleId>
              </a:tblPr>
              <a:tblGrid>
                <a:gridCol w="2360456">
                  <a:extLst>
                    <a:ext uri="{9D8B030D-6E8A-4147-A177-3AD203B41FA5}">
                      <a16:colId xmlns:a16="http://schemas.microsoft.com/office/drawing/2014/main" val="3103129950"/>
                    </a:ext>
                  </a:extLst>
                </a:gridCol>
                <a:gridCol w="4564046">
                  <a:extLst>
                    <a:ext uri="{9D8B030D-6E8A-4147-A177-3AD203B41FA5}">
                      <a16:colId xmlns:a16="http://schemas.microsoft.com/office/drawing/2014/main" val="927847083"/>
                    </a:ext>
                  </a:extLst>
                </a:gridCol>
              </a:tblGrid>
              <a:tr h="399315">
                <a:tc>
                  <a:txBody>
                    <a:bodyPr/>
                    <a:lstStyle/>
                    <a:p>
                      <a:pPr marL="0" marR="0">
                        <a:lnSpc>
                          <a:spcPct val="107000"/>
                        </a:lnSpc>
                        <a:spcBef>
                          <a:spcPts val="600"/>
                        </a:spcBef>
                        <a:spcAft>
                          <a:spcPts val="600"/>
                        </a:spcAft>
                      </a:pPr>
                      <a:r>
                        <a:rPr lang="en-US" sz="1200" dirty="0">
                          <a:effectLst/>
                        </a:rPr>
                        <a:t>Domain Name</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Meaning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1035360606"/>
                  </a:ext>
                </a:extLst>
              </a:tr>
              <a:tr h="410833">
                <a:tc>
                  <a:txBody>
                    <a:bodyPr/>
                    <a:lstStyle/>
                    <a:p>
                      <a:pPr marL="0" marR="0">
                        <a:lnSpc>
                          <a:spcPct val="107000"/>
                        </a:lnSpc>
                        <a:spcBef>
                          <a:spcPts val="600"/>
                        </a:spcBef>
                        <a:spcAft>
                          <a:spcPts val="600"/>
                        </a:spcAft>
                      </a:pPr>
                      <a:r>
                        <a:rPr lang="en-US" sz="1200">
                          <a:effectLst/>
                        </a:rPr>
                        <a:t>Com</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Commercial business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2854174538"/>
                  </a:ext>
                </a:extLst>
              </a:tr>
              <a:tr h="399315">
                <a:tc>
                  <a:txBody>
                    <a:bodyPr/>
                    <a:lstStyle/>
                    <a:p>
                      <a:pPr marL="0" marR="0">
                        <a:lnSpc>
                          <a:spcPct val="107000"/>
                        </a:lnSpc>
                        <a:spcBef>
                          <a:spcPts val="600"/>
                        </a:spcBef>
                        <a:spcAft>
                          <a:spcPts val="600"/>
                        </a:spcAft>
                      </a:pPr>
                      <a:r>
                        <a:rPr lang="en-US" sz="1200">
                          <a:effectLst/>
                        </a:rPr>
                        <a:t>Edu</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Education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1571268938"/>
                  </a:ext>
                </a:extLst>
              </a:tr>
              <a:tr h="399315">
                <a:tc>
                  <a:txBody>
                    <a:bodyPr/>
                    <a:lstStyle/>
                    <a:p>
                      <a:pPr marL="0" marR="0">
                        <a:lnSpc>
                          <a:spcPct val="107000"/>
                        </a:lnSpc>
                        <a:spcBef>
                          <a:spcPts val="600"/>
                        </a:spcBef>
                        <a:spcAft>
                          <a:spcPts val="600"/>
                        </a:spcAft>
                      </a:pPr>
                      <a:r>
                        <a:rPr lang="en-US" sz="1200">
                          <a:effectLst/>
                        </a:rPr>
                        <a:t>Gov</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U.S. government agency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1318457082"/>
                  </a:ext>
                </a:extLst>
              </a:tr>
              <a:tr h="410833">
                <a:tc>
                  <a:txBody>
                    <a:bodyPr/>
                    <a:lstStyle/>
                    <a:p>
                      <a:pPr marL="0" marR="0">
                        <a:lnSpc>
                          <a:spcPct val="107000"/>
                        </a:lnSpc>
                        <a:spcBef>
                          <a:spcPts val="600"/>
                        </a:spcBef>
                        <a:spcAft>
                          <a:spcPts val="600"/>
                        </a:spcAft>
                      </a:pPr>
                      <a:r>
                        <a:rPr lang="en-US" sz="1200" dirty="0" err="1">
                          <a:effectLst/>
                        </a:rPr>
                        <a:t>Int</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International entity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3340682038"/>
                  </a:ext>
                </a:extLst>
              </a:tr>
              <a:tr h="410833">
                <a:tc>
                  <a:txBody>
                    <a:bodyPr/>
                    <a:lstStyle/>
                    <a:p>
                      <a:pPr marL="0" marR="0">
                        <a:lnSpc>
                          <a:spcPct val="107000"/>
                        </a:lnSpc>
                        <a:spcBef>
                          <a:spcPts val="600"/>
                        </a:spcBef>
                        <a:spcAft>
                          <a:spcPts val="600"/>
                        </a:spcAft>
                      </a:pPr>
                      <a:r>
                        <a:rPr lang="en-US" sz="1200">
                          <a:effectLst/>
                        </a:rPr>
                        <a:t>Mil</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U.S. military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2972479053"/>
                  </a:ext>
                </a:extLst>
              </a:tr>
              <a:tr h="399315">
                <a:tc>
                  <a:txBody>
                    <a:bodyPr/>
                    <a:lstStyle/>
                    <a:p>
                      <a:pPr marL="0" marR="0">
                        <a:lnSpc>
                          <a:spcPct val="107000"/>
                        </a:lnSpc>
                        <a:spcBef>
                          <a:spcPts val="600"/>
                        </a:spcBef>
                        <a:spcAft>
                          <a:spcPts val="600"/>
                        </a:spcAft>
                      </a:pPr>
                      <a:r>
                        <a:rPr lang="en-US" sz="1200">
                          <a:effectLst/>
                        </a:rPr>
                        <a:t>Net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Networking organization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2523452447"/>
                  </a:ext>
                </a:extLst>
              </a:tr>
              <a:tr h="410833">
                <a:tc>
                  <a:txBody>
                    <a:bodyPr/>
                    <a:lstStyle/>
                    <a:p>
                      <a:pPr marL="0" marR="0">
                        <a:lnSpc>
                          <a:spcPct val="107000"/>
                        </a:lnSpc>
                        <a:spcBef>
                          <a:spcPts val="600"/>
                        </a:spcBef>
                        <a:spcAft>
                          <a:spcPts val="600"/>
                        </a:spcAft>
                      </a:pPr>
                      <a:r>
                        <a:rPr lang="en-US" sz="1200">
                          <a:effectLst/>
                        </a:rPr>
                        <a:t>Org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dirty="0">
                          <a:effectLst/>
                        </a:rPr>
                        <a:t>Non profit organization</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3890009233"/>
                  </a:ext>
                </a:extLst>
              </a:tr>
            </a:tbl>
          </a:graphicData>
        </a:graphic>
      </p:graphicFrame>
    </p:spTree>
    <p:extLst>
      <p:ext uri="{BB962C8B-B14F-4D97-AF65-F5344CB8AC3E}">
        <p14:creationId xmlns:p14="http://schemas.microsoft.com/office/powerpoint/2010/main" val="8383936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Country Top-Level Domain Names:</a:t>
            </a:r>
            <a:endParaRPr lang="ar-SA" b="1" dirty="0"/>
          </a:p>
        </p:txBody>
      </p:sp>
      <p:sp>
        <p:nvSpPr>
          <p:cNvPr id="3" name="Content Placeholder 2"/>
          <p:cNvSpPr>
            <a:spLocks noGrp="1"/>
          </p:cNvSpPr>
          <p:nvPr>
            <p:ph idx="1"/>
          </p:nvPr>
        </p:nvSpPr>
        <p:spPr>
          <a:xfrm>
            <a:off x="838200" y="1825624"/>
            <a:ext cx="10515600" cy="4849495"/>
          </a:xfrm>
        </p:spPr>
        <p:txBody>
          <a:bodyPr>
            <a:normAutofit/>
          </a:bodyPr>
          <a:lstStyle/>
          <a:p>
            <a:r>
              <a:rPr lang="en-US" dirty="0"/>
              <a:t>The following table shows the </a:t>
            </a:r>
            <a:r>
              <a:rPr lang="en-US" b="1" dirty="0"/>
              <a:t>Country top-level</a:t>
            </a:r>
            <a:r>
              <a:rPr lang="en-US" dirty="0"/>
              <a:t> domain names:</a:t>
            </a:r>
          </a:p>
          <a:p>
            <a:endParaRPr lang="ar-SA" dirty="0"/>
          </a:p>
        </p:txBody>
      </p:sp>
      <p:sp>
        <p:nvSpPr>
          <p:cNvPr id="6" name="Footer Placeholder 5"/>
          <p:cNvSpPr>
            <a:spLocks noGrp="1"/>
          </p:cNvSpPr>
          <p:nvPr>
            <p:ph type="ftr" sz="quarter" idx="11"/>
          </p:nvPr>
        </p:nvSpPr>
        <p:spPr/>
        <p:txBody>
          <a:bodyPr/>
          <a:lstStyle/>
          <a:p>
            <a:r>
              <a:rPr lang="en-US"/>
              <a:t>Internet Technologies - Chapter 2</a:t>
            </a:r>
            <a:endParaRPr lang="ar-SA"/>
          </a:p>
        </p:txBody>
      </p:sp>
      <p:sp>
        <p:nvSpPr>
          <p:cNvPr id="5" name="Slide Number Placeholder 4"/>
          <p:cNvSpPr>
            <a:spLocks noGrp="1"/>
          </p:cNvSpPr>
          <p:nvPr>
            <p:ph type="sldNum" sz="quarter" idx="12"/>
          </p:nvPr>
        </p:nvSpPr>
        <p:spPr/>
        <p:txBody>
          <a:bodyPr/>
          <a:lstStyle/>
          <a:p>
            <a:fld id="{0E432819-B1C9-4D2F-8F6B-911D67ACBAA2}" type="slidenum">
              <a:rPr lang="ar-SA" smtClean="0"/>
              <a:pPr/>
              <a:t>6</a:t>
            </a:fld>
            <a:endParaRPr lang="ar-SA"/>
          </a:p>
        </p:txBody>
      </p:sp>
      <p:graphicFrame>
        <p:nvGraphicFramePr>
          <p:cNvPr id="4" name="Table 3"/>
          <p:cNvGraphicFramePr>
            <a:graphicFrameLocks noGrp="1"/>
          </p:cNvGraphicFramePr>
          <p:nvPr>
            <p:extLst>
              <p:ext uri="{D42A27DB-BD31-4B8C-83A1-F6EECF244321}">
                <p14:modId xmlns:p14="http://schemas.microsoft.com/office/powerpoint/2010/main" val="2344414672"/>
              </p:ext>
            </p:extLst>
          </p:nvPr>
        </p:nvGraphicFramePr>
        <p:xfrm>
          <a:off x="2302625" y="2427318"/>
          <a:ext cx="6716684" cy="4084500"/>
        </p:xfrm>
        <a:graphic>
          <a:graphicData uri="http://schemas.openxmlformats.org/drawingml/2006/table">
            <a:tbl>
              <a:tblPr firstRow="1" firstCol="1" bandRow="1">
                <a:tableStyleId>{5C22544A-7EE6-4342-B048-85BDC9FD1C3A}</a:tableStyleId>
              </a:tblPr>
              <a:tblGrid>
                <a:gridCol w="3108960">
                  <a:extLst>
                    <a:ext uri="{9D8B030D-6E8A-4147-A177-3AD203B41FA5}">
                      <a16:colId xmlns:a16="http://schemas.microsoft.com/office/drawing/2014/main" val="2133448148"/>
                    </a:ext>
                  </a:extLst>
                </a:gridCol>
                <a:gridCol w="3607724">
                  <a:extLst>
                    <a:ext uri="{9D8B030D-6E8A-4147-A177-3AD203B41FA5}">
                      <a16:colId xmlns:a16="http://schemas.microsoft.com/office/drawing/2014/main" val="936733969"/>
                    </a:ext>
                  </a:extLst>
                </a:gridCol>
              </a:tblGrid>
              <a:tr h="291750">
                <a:tc>
                  <a:txBody>
                    <a:bodyPr/>
                    <a:lstStyle/>
                    <a:p>
                      <a:pPr marL="0" marR="0">
                        <a:lnSpc>
                          <a:spcPct val="107000"/>
                        </a:lnSpc>
                        <a:spcBef>
                          <a:spcPts val="600"/>
                        </a:spcBef>
                        <a:spcAft>
                          <a:spcPts val="600"/>
                        </a:spcAft>
                      </a:pPr>
                      <a:r>
                        <a:rPr lang="en-US" sz="1200" dirty="0">
                          <a:effectLst/>
                        </a:rPr>
                        <a:t>Domain Name</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Meaning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2101202393"/>
                  </a:ext>
                </a:extLst>
              </a:tr>
              <a:tr h="291750">
                <a:tc>
                  <a:txBody>
                    <a:bodyPr/>
                    <a:lstStyle/>
                    <a:p>
                      <a:pPr marL="0" marR="0">
                        <a:lnSpc>
                          <a:spcPct val="107000"/>
                        </a:lnSpc>
                        <a:spcBef>
                          <a:spcPts val="600"/>
                        </a:spcBef>
                        <a:spcAft>
                          <a:spcPts val="600"/>
                        </a:spcAft>
                      </a:pPr>
                      <a:r>
                        <a:rPr lang="en-US" sz="1200">
                          <a:effectLst/>
                        </a:rPr>
                        <a:t>Au</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Australia</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1746297746"/>
                  </a:ext>
                </a:extLst>
              </a:tr>
              <a:tr h="291750">
                <a:tc>
                  <a:txBody>
                    <a:bodyPr/>
                    <a:lstStyle/>
                    <a:p>
                      <a:pPr marL="0" marR="0">
                        <a:lnSpc>
                          <a:spcPct val="107000"/>
                        </a:lnSpc>
                        <a:spcBef>
                          <a:spcPts val="600"/>
                        </a:spcBef>
                        <a:spcAft>
                          <a:spcPts val="600"/>
                        </a:spcAft>
                      </a:pPr>
                      <a:r>
                        <a:rPr lang="en-US" sz="1200">
                          <a:effectLst/>
                        </a:rPr>
                        <a:t>In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India</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1011474928"/>
                  </a:ext>
                </a:extLst>
              </a:tr>
              <a:tr h="291750">
                <a:tc>
                  <a:txBody>
                    <a:bodyPr/>
                    <a:lstStyle/>
                    <a:p>
                      <a:pPr marL="0" marR="0">
                        <a:lnSpc>
                          <a:spcPct val="107000"/>
                        </a:lnSpc>
                        <a:spcBef>
                          <a:spcPts val="600"/>
                        </a:spcBef>
                        <a:spcAft>
                          <a:spcPts val="600"/>
                        </a:spcAft>
                      </a:pPr>
                      <a:r>
                        <a:rPr lang="en-US" sz="1200">
                          <a:effectLst/>
                        </a:rPr>
                        <a:t>Cl</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Chile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4233841663"/>
                  </a:ext>
                </a:extLst>
              </a:tr>
              <a:tr h="291750">
                <a:tc>
                  <a:txBody>
                    <a:bodyPr/>
                    <a:lstStyle/>
                    <a:p>
                      <a:pPr marL="0" marR="0">
                        <a:lnSpc>
                          <a:spcPct val="107000"/>
                        </a:lnSpc>
                        <a:spcBef>
                          <a:spcPts val="600"/>
                        </a:spcBef>
                        <a:spcAft>
                          <a:spcPts val="600"/>
                        </a:spcAft>
                      </a:pPr>
                      <a:r>
                        <a:rPr lang="en-US" sz="1200">
                          <a:effectLst/>
                        </a:rPr>
                        <a:t>Fr</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France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1696956064"/>
                  </a:ext>
                </a:extLst>
              </a:tr>
              <a:tr h="291750">
                <a:tc>
                  <a:txBody>
                    <a:bodyPr/>
                    <a:lstStyle/>
                    <a:p>
                      <a:pPr marL="0" marR="0">
                        <a:lnSpc>
                          <a:spcPct val="107000"/>
                        </a:lnSpc>
                        <a:spcBef>
                          <a:spcPts val="600"/>
                        </a:spcBef>
                        <a:spcAft>
                          <a:spcPts val="600"/>
                        </a:spcAft>
                      </a:pPr>
                      <a:r>
                        <a:rPr lang="en-US" sz="1200">
                          <a:effectLst/>
                        </a:rPr>
                        <a:t>Us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United States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1892385537"/>
                  </a:ext>
                </a:extLst>
              </a:tr>
              <a:tr h="291750">
                <a:tc>
                  <a:txBody>
                    <a:bodyPr/>
                    <a:lstStyle/>
                    <a:p>
                      <a:pPr marL="0" marR="0">
                        <a:lnSpc>
                          <a:spcPct val="107000"/>
                        </a:lnSpc>
                        <a:spcBef>
                          <a:spcPts val="600"/>
                        </a:spcBef>
                        <a:spcAft>
                          <a:spcPts val="600"/>
                        </a:spcAft>
                      </a:pPr>
                      <a:r>
                        <a:rPr lang="en-US" sz="1200">
                          <a:effectLst/>
                        </a:rPr>
                        <a:t>Za</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South Africa</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2604718334"/>
                  </a:ext>
                </a:extLst>
              </a:tr>
              <a:tr h="291750">
                <a:tc>
                  <a:txBody>
                    <a:bodyPr/>
                    <a:lstStyle/>
                    <a:p>
                      <a:pPr marL="0" marR="0">
                        <a:lnSpc>
                          <a:spcPct val="107000"/>
                        </a:lnSpc>
                        <a:spcBef>
                          <a:spcPts val="600"/>
                        </a:spcBef>
                        <a:spcAft>
                          <a:spcPts val="600"/>
                        </a:spcAft>
                      </a:pPr>
                      <a:r>
                        <a:rPr lang="en-US" sz="1200">
                          <a:effectLst/>
                        </a:rPr>
                        <a:t>Uk</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United Kingdom</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1954006094"/>
                  </a:ext>
                </a:extLst>
              </a:tr>
              <a:tr h="291750">
                <a:tc>
                  <a:txBody>
                    <a:bodyPr/>
                    <a:lstStyle/>
                    <a:p>
                      <a:pPr marL="0" marR="0">
                        <a:lnSpc>
                          <a:spcPct val="107000"/>
                        </a:lnSpc>
                        <a:spcBef>
                          <a:spcPts val="600"/>
                        </a:spcBef>
                        <a:spcAft>
                          <a:spcPts val="600"/>
                        </a:spcAft>
                      </a:pPr>
                      <a:r>
                        <a:rPr lang="en-US" sz="1200">
                          <a:effectLst/>
                        </a:rPr>
                        <a:t>Jp</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Japan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1988490624"/>
                  </a:ext>
                </a:extLst>
              </a:tr>
              <a:tr h="291750">
                <a:tc>
                  <a:txBody>
                    <a:bodyPr/>
                    <a:lstStyle/>
                    <a:p>
                      <a:pPr marL="0" marR="0">
                        <a:lnSpc>
                          <a:spcPct val="107000"/>
                        </a:lnSpc>
                        <a:spcBef>
                          <a:spcPts val="600"/>
                        </a:spcBef>
                        <a:spcAft>
                          <a:spcPts val="600"/>
                        </a:spcAft>
                      </a:pPr>
                      <a:r>
                        <a:rPr lang="en-US" sz="1200">
                          <a:effectLst/>
                        </a:rPr>
                        <a:t>Es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Spain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3056943036"/>
                  </a:ext>
                </a:extLst>
              </a:tr>
              <a:tr h="291750">
                <a:tc>
                  <a:txBody>
                    <a:bodyPr/>
                    <a:lstStyle/>
                    <a:p>
                      <a:pPr marL="0" marR="0">
                        <a:lnSpc>
                          <a:spcPct val="107000"/>
                        </a:lnSpc>
                        <a:spcBef>
                          <a:spcPts val="600"/>
                        </a:spcBef>
                        <a:spcAft>
                          <a:spcPts val="600"/>
                        </a:spcAft>
                      </a:pPr>
                      <a:r>
                        <a:rPr lang="en-US" sz="1200">
                          <a:effectLst/>
                        </a:rPr>
                        <a:t>De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Germany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548558785"/>
                  </a:ext>
                </a:extLst>
              </a:tr>
              <a:tr h="291750">
                <a:tc>
                  <a:txBody>
                    <a:bodyPr/>
                    <a:lstStyle/>
                    <a:p>
                      <a:pPr marL="0" marR="0">
                        <a:lnSpc>
                          <a:spcPct val="107000"/>
                        </a:lnSpc>
                        <a:spcBef>
                          <a:spcPts val="600"/>
                        </a:spcBef>
                        <a:spcAft>
                          <a:spcPts val="600"/>
                        </a:spcAft>
                      </a:pPr>
                      <a:r>
                        <a:rPr lang="en-US" sz="1200">
                          <a:effectLst/>
                        </a:rPr>
                        <a:t>Ca</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Canada</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2731897286"/>
                  </a:ext>
                </a:extLst>
              </a:tr>
              <a:tr h="291750">
                <a:tc>
                  <a:txBody>
                    <a:bodyPr/>
                    <a:lstStyle/>
                    <a:p>
                      <a:pPr marL="0" marR="0">
                        <a:lnSpc>
                          <a:spcPct val="107000"/>
                        </a:lnSpc>
                        <a:spcBef>
                          <a:spcPts val="600"/>
                        </a:spcBef>
                        <a:spcAft>
                          <a:spcPts val="600"/>
                        </a:spcAft>
                      </a:pPr>
                      <a:r>
                        <a:rPr lang="en-US" sz="1200">
                          <a:effectLst/>
                        </a:rPr>
                        <a:t>Ee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600"/>
                        </a:spcBef>
                        <a:spcAft>
                          <a:spcPts val="600"/>
                        </a:spcAft>
                      </a:pPr>
                      <a:r>
                        <a:rPr lang="en-US" sz="1200">
                          <a:effectLst/>
                        </a:rPr>
                        <a:t>Estonia</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2517688840"/>
                  </a:ext>
                </a:extLst>
              </a:tr>
              <a:tr h="291750">
                <a:tc>
                  <a:txBody>
                    <a:bodyPr/>
                    <a:lstStyle/>
                    <a:p>
                      <a:pPr marL="0" marR="0">
                        <a:lnSpc>
                          <a:spcPct val="107000"/>
                        </a:lnSpc>
                        <a:spcBef>
                          <a:spcPts val="0"/>
                        </a:spcBef>
                        <a:spcAft>
                          <a:spcPts val="600"/>
                        </a:spcAft>
                      </a:pPr>
                      <a:r>
                        <a:rPr lang="en-US" sz="1200">
                          <a:effectLst/>
                        </a:rPr>
                        <a:t>hk</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tc>
                  <a:txBody>
                    <a:bodyPr/>
                    <a:lstStyle/>
                    <a:p>
                      <a:pPr marL="0" marR="0">
                        <a:lnSpc>
                          <a:spcPct val="107000"/>
                        </a:lnSpc>
                        <a:spcBef>
                          <a:spcPts val="0"/>
                        </a:spcBef>
                        <a:spcAft>
                          <a:spcPts val="600"/>
                        </a:spcAft>
                      </a:pPr>
                      <a:r>
                        <a:rPr lang="en-US" sz="1200" dirty="0">
                          <a:effectLst/>
                        </a:rPr>
                        <a:t>Hong Kong</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47625" marR="47625" marT="47625" marB="47625" anchor="ctr"/>
                </a:tc>
                <a:extLst>
                  <a:ext uri="{0D108BD9-81ED-4DB2-BD59-A6C34878D82A}">
                    <a16:rowId xmlns:a16="http://schemas.microsoft.com/office/drawing/2014/main" val="3946058372"/>
                  </a:ext>
                </a:extLst>
              </a:tr>
            </a:tbl>
          </a:graphicData>
        </a:graphic>
      </p:graphicFrame>
    </p:spTree>
    <p:extLst>
      <p:ext uri="{BB962C8B-B14F-4D97-AF65-F5344CB8AC3E}">
        <p14:creationId xmlns:p14="http://schemas.microsoft.com/office/powerpoint/2010/main" val="1261296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HTTP, URL:</a:t>
            </a:r>
            <a:endParaRPr lang="ar-SA" b="1" dirty="0"/>
          </a:p>
        </p:txBody>
      </p:sp>
      <p:sp>
        <p:nvSpPr>
          <p:cNvPr id="3" name="Content Placeholder 2"/>
          <p:cNvSpPr>
            <a:spLocks noGrp="1"/>
          </p:cNvSpPr>
          <p:nvPr>
            <p:ph idx="1"/>
          </p:nvPr>
        </p:nvSpPr>
        <p:spPr/>
        <p:txBody>
          <a:bodyPr>
            <a:normAutofit/>
          </a:bodyPr>
          <a:lstStyle/>
          <a:p>
            <a:pPr algn="just"/>
            <a:r>
              <a:rPr lang="en-US" dirty="0"/>
              <a:t>HTTP stands for </a:t>
            </a:r>
            <a:r>
              <a:rPr lang="en-US" b="1" dirty="0"/>
              <a:t>H</a:t>
            </a:r>
            <a:r>
              <a:rPr lang="en-US" dirty="0"/>
              <a:t>ypertext </a:t>
            </a:r>
            <a:r>
              <a:rPr lang="en-US" b="1" dirty="0"/>
              <a:t>T</a:t>
            </a:r>
            <a:r>
              <a:rPr lang="en-US" dirty="0"/>
              <a:t>ransfer </a:t>
            </a:r>
            <a:r>
              <a:rPr lang="en-US" b="1" dirty="0"/>
              <a:t>P</a:t>
            </a:r>
            <a:r>
              <a:rPr lang="en-US" dirty="0"/>
              <a:t>rotocol. This is the protocol being used to transfer hypertext documents that makes the World Wide Web possible.</a:t>
            </a:r>
          </a:p>
          <a:p>
            <a:pPr algn="just"/>
            <a:r>
              <a:rPr lang="en-US" dirty="0"/>
              <a:t>A standard web address such as </a:t>
            </a:r>
            <a:r>
              <a:rPr lang="en-US" u="sng" dirty="0">
                <a:hlinkClick r:id="rId2"/>
              </a:rPr>
              <a:t>Yahoo.com</a:t>
            </a:r>
            <a:r>
              <a:rPr lang="en-US" dirty="0"/>
              <a:t> is called a URL and here the prefix </a:t>
            </a:r>
            <a:r>
              <a:rPr lang="en-US" b="1" dirty="0"/>
              <a:t>http</a:t>
            </a:r>
            <a:r>
              <a:rPr lang="en-US" dirty="0"/>
              <a:t> indicates its protocol</a:t>
            </a:r>
          </a:p>
          <a:p>
            <a:pPr algn="just"/>
            <a:r>
              <a:rPr lang="en-US" dirty="0"/>
              <a:t>URL stands for </a:t>
            </a:r>
            <a:r>
              <a:rPr lang="en-US" b="1" dirty="0"/>
              <a:t>U</a:t>
            </a:r>
            <a:r>
              <a:rPr lang="en-US" dirty="0"/>
              <a:t>niform </a:t>
            </a:r>
            <a:r>
              <a:rPr lang="en-US" b="1" dirty="0"/>
              <a:t>R</a:t>
            </a:r>
            <a:r>
              <a:rPr lang="en-US" dirty="0"/>
              <a:t>esource </a:t>
            </a:r>
            <a:r>
              <a:rPr lang="en-US" b="1" dirty="0"/>
              <a:t>L</a:t>
            </a:r>
            <a:r>
              <a:rPr lang="en-US" dirty="0"/>
              <a:t>ocator, and is used to specify addresses on the World Wide Web. A URL is the fundamental network identification for any resource connected to the web (e.g., hypertext pages, images, and sound files)</a:t>
            </a:r>
            <a:endParaRPr lang="ar-SA" dirty="0"/>
          </a:p>
        </p:txBody>
      </p:sp>
      <p:sp>
        <p:nvSpPr>
          <p:cNvPr id="5" name="Footer Placeholder 4"/>
          <p:cNvSpPr>
            <a:spLocks noGrp="1"/>
          </p:cNvSpPr>
          <p:nvPr>
            <p:ph type="ftr" sz="quarter" idx="11"/>
          </p:nvPr>
        </p:nvSpPr>
        <p:spPr/>
        <p:txBody>
          <a:bodyPr/>
          <a:lstStyle/>
          <a:p>
            <a:r>
              <a:rPr lang="en-US"/>
              <a:t>Internet Technologies - Chapter 2</a:t>
            </a:r>
            <a:endParaRPr lang="ar-SA"/>
          </a:p>
        </p:txBody>
      </p:sp>
      <p:sp>
        <p:nvSpPr>
          <p:cNvPr id="4" name="Slide Number Placeholder 3"/>
          <p:cNvSpPr>
            <a:spLocks noGrp="1"/>
          </p:cNvSpPr>
          <p:nvPr>
            <p:ph type="sldNum" sz="quarter" idx="12"/>
          </p:nvPr>
        </p:nvSpPr>
        <p:spPr/>
        <p:txBody>
          <a:bodyPr/>
          <a:lstStyle/>
          <a:p>
            <a:fld id="{0E432819-B1C9-4D2F-8F6B-911D67ACBAA2}" type="slidenum">
              <a:rPr lang="ar-SA" smtClean="0"/>
              <a:pPr/>
              <a:t>7</a:t>
            </a:fld>
            <a:endParaRPr lang="ar-SA"/>
          </a:p>
        </p:txBody>
      </p:sp>
    </p:spTree>
    <p:extLst>
      <p:ext uri="{BB962C8B-B14F-4D97-AF65-F5344CB8AC3E}">
        <p14:creationId xmlns:p14="http://schemas.microsoft.com/office/powerpoint/2010/main" val="3189638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URL:</a:t>
            </a:r>
            <a:endParaRPr lang="ar-SA" b="1" dirty="0"/>
          </a:p>
        </p:txBody>
      </p:sp>
      <p:sp>
        <p:nvSpPr>
          <p:cNvPr id="3" name="Content Placeholder 2"/>
          <p:cNvSpPr>
            <a:spLocks noGrp="1"/>
          </p:cNvSpPr>
          <p:nvPr>
            <p:ph idx="1"/>
          </p:nvPr>
        </p:nvSpPr>
        <p:spPr/>
        <p:txBody>
          <a:bodyPr>
            <a:normAutofit/>
          </a:bodyPr>
          <a:lstStyle/>
          <a:p>
            <a:pPr algn="just"/>
            <a:r>
              <a:rPr lang="en-US" dirty="0"/>
              <a:t>A URL will have the following format:</a:t>
            </a:r>
          </a:p>
          <a:p>
            <a:pPr algn="just"/>
            <a:r>
              <a:rPr lang="en-US" dirty="0"/>
              <a:t>protocol://hostname/other_information</a:t>
            </a:r>
          </a:p>
          <a:p>
            <a:pPr algn="just"/>
            <a:r>
              <a:rPr lang="en-US" dirty="0"/>
              <a:t>The protocol specifies how information is transferred from a link. The protocol used for web resources is </a:t>
            </a:r>
            <a:r>
              <a:rPr lang="en-US" dirty="0" err="1"/>
              <a:t>HyperText</a:t>
            </a:r>
            <a:r>
              <a:rPr lang="en-US" dirty="0"/>
              <a:t> Transfer Protocol (HTTP). Other protocols compatible with most web browsers include FTP, telnet, newsgroups, and Gopher.</a:t>
            </a:r>
          </a:p>
          <a:p>
            <a:pPr algn="just"/>
            <a:r>
              <a:rPr lang="en-US" dirty="0"/>
              <a:t>The protocol is followed by a colon, two slashes, and then the domain name. The domain name is the computer on which the resource is located.</a:t>
            </a:r>
          </a:p>
          <a:p>
            <a:pPr algn="just"/>
            <a:r>
              <a:rPr lang="en-US" dirty="0"/>
              <a:t>Links to particular files or subdirectories may be further specified after the domain name. The directory names are separated by single forward slashes.</a:t>
            </a:r>
          </a:p>
          <a:p>
            <a:pPr algn="just"/>
            <a:endParaRPr lang="ar-SA" dirty="0"/>
          </a:p>
        </p:txBody>
      </p:sp>
      <p:sp>
        <p:nvSpPr>
          <p:cNvPr id="5" name="Footer Placeholder 4"/>
          <p:cNvSpPr>
            <a:spLocks noGrp="1"/>
          </p:cNvSpPr>
          <p:nvPr>
            <p:ph type="ftr" sz="quarter" idx="11"/>
          </p:nvPr>
        </p:nvSpPr>
        <p:spPr/>
        <p:txBody>
          <a:bodyPr/>
          <a:lstStyle/>
          <a:p>
            <a:r>
              <a:rPr lang="en-US"/>
              <a:t>Internet Technologies - Chapter 2</a:t>
            </a:r>
            <a:endParaRPr lang="ar-SA"/>
          </a:p>
        </p:txBody>
      </p:sp>
      <p:sp>
        <p:nvSpPr>
          <p:cNvPr id="4" name="Slide Number Placeholder 3"/>
          <p:cNvSpPr>
            <a:spLocks noGrp="1"/>
          </p:cNvSpPr>
          <p:nvPr>
            <p:ph type="sldNum" sz="quarter" idx="12"/>
          </p:nvPr>
        </p:nvSpPr>
        <p:spPr/>
        <p:txBody>
          <a:bodyPr/>
          <a:lstStyle/>
          <a:p>
            <a:fld id="{0E432819-B1C9-4D2F-8F6B-911D67ACBAA2}" type="slidenum">
              <a:rPr lang="ar-SA" smtClean="0"/>
              <a:pPr/>
              <a:t>8</a:t>
            </a:fld>
            <a:endParaRPr lang="ar-SA"/>
          </a:p>
        </p:txBody>
      </p:sp>
    </p:spTree>
    <p:extLst>
      <p:ext uri="{BB962C8B-B14F-4D97-AF65-F5344CB8AC3E}">
        <p14:creationId xmlns:p14="http://schemas.microsoft.com/office/powerpoint/2010/main" val="3499536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Web site, Web Server:</a:t>
            </a:r>
            <a:endParaRPr lang="ar-SA" b="1" dirty="0"/>
          </a:p>
        </p:txBody>
      </p:sp>
      <p:sp>
        <p:nvSpPr>
          <p:cNvPr id="3" name="Content Placeholder 2"/>
          <p:cNvSpPr>
            <a:spLocks noGrp="1"/>
          </p:cNvSpPr>
          <p:nvPr>
            <p:ph idx="1"/>
          </p:nvPr>
        </p:nvSpPr>
        <p:spPr/>
        <p:txBody>
          <a:bodyPr>
            <a:normAutofit lnSpcReduction="10000"/>
          </a:bodyPr>
          <a:lstStyle/>
          <a:p>
            <a:pPr marL="0" indent="0" algn="just">
              <a:buNone/>
            </a:pPr>
            <a:r>
              <a:rPr lang="en-US" b="1" dirty="0"/>
              <a:t>Website:</a:t>
            </a:r>
          </a:p>
          <a:p>
            <a:pPr algn="just"/>
            <a:r>
              <a:rPr lang="en-US" dirty="0"/>
              <a:t>A collection of various pages written in HTML markup language</a:t>
            </a:r>
          </a:p>
          <a:p>
            <a:pPr algn="just"/>
            <a:r>
              <a:rPr lang="en-US" dirty="0"/>
              <a:t>Each page available on the website is called a </a:t>
            </a:r>
            <a:r>
              <a:rPr lang="en-US" i="1" dirty="0"/>
              <a:t>web page</a:t>
            </a:r>
            <a:r>
              <a:rPr lang="en-US" dirty="0"/>
              <a:t> and first page of any website is called </a:t>
            </a:r>
            <a:r>
              <a:rPr lang="en-US" i="1" dirty="0"/>
              <a:t>home page</a:t>
            </a:r>
            <a:r>
              <a:rPr lang="en-US" dirty="0"/>
              <a:t> for that site.</a:t>
            </a:r>
          </a:p>
          <a:p>
            <a:pPr marL="0" indent="0" algn="just">
              <a:buNone/>
            </a:pPr>
            <a:r>
              <a:rPr lang="x-none" b="1" dirty="0"/>
              <a:t>Web Server</a:t>
            </a:r>
            <a:r>
              <a:rPr lang="en-US" b="1" dirty="0"/>
              <a:t>:</a:t>
            </a:r>
          </a:p>
          <a:p>
            <a:pPr algn="just"/>
            <a:r>
              <a:rPr lang="en-US" dirty="0"/>
              <a:t>Every Website sits on a computer known as a Web server. This server is always connected to the internet. Every Web server that is connected to the Internet is given a unique address made up of a series of four numbers between 0 and 256 separated by periods. For example, 68.178.157.132 or 68.122.35.127.</a:t>
            </a:r>
          </a:p>
          <a:p>
            <a:pPr algn="just"/>
            <a:r>
              <a:rPr lang="en-US" dirty="0"/>
              <a:t>When you register a Web address, also known as a domain name, you have to specify the IP address of the Web server that will host the site.</a:t>
            </a:r>
            <a:endParaRPr lang="ar-SA" dirty="0"/>
          </a:p>
        </p:txBody>
      </p:sp>
      <p:sp>
        <p:nvSpPr>
          <p:cNvPr id="5" name="Footer Placeholder 4"/>
          <p:cNvSpPr>
            <a:spLocks noGrp="1"/>
          </p:cNvSpPr>
          <p:nvPr>
            <p:ph type="ftr" sz="quarter" idx="11"/>
          </p:nvPr>
        </p:nvSpPr>
        <p:spPr/>
        <p:txBody>
          <a:bodyPr/>
          <a:lstStyle/>
          <a:p>
            <a:r>
              <a:rPr lang="en-US"/>
              <a:t>Internet Technologies - Chapter 2</a:t>
            </a:r>
            <a:endParaRPr lang="ar-SA"/>
          </a:p>
        </p:txBody>
      </p:sp>
      <p:sp>
        <p:nvSpPr>
          <p:cNvPr id="4" name="Slide Number Placeholder 3"/>
          <p:cNvSpPr>
            <a:spLocks noGrp="1"/>
          </p:cNvSpPr>
          <p:nvPr>
            <p:ph type="sldNum" sz="quarter" idx="12"/>
          </p:nvPr>
        </p:nvSpPr>
        <p:spPr/>
        <p:txBody>
          <a:bodyPr/>
          <a:lstStyle/>
          <a:p>
            <a:fld id="{0E432819-B1C9-4D2F-8F6B-911D67ACBAA2}" type="slidenum">
              <a:rPr lang="ar-SA" smtClean="0"/>
              <a:pPr/>
              <a:t>9</a:t>
            </a:fld>
            <a:endParaRPr lang="ar-SA"/>
          </a:p>
        </p:txBody>
      </p:sp>
    </p:spTree>
    <p:extLst>
      <p:ext uri="{BB962C8B-B14F-4D97-AF65-F5344CB8AC3E}">
        <p14:creationId xmlns:p14="http://schemas.microsoft.com/office/powerpoint/2010/main" val="3974141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Web Browser:</a:t>
            </a:r>
            <a:endParaRPr lang="ar-SA" b="1" dirty="0"/>
          </a:p>
        </p:txBody>
      </p:sp>
      <p:sp>
        <p:nvSpPr>
          <p:cNvPr id="3" name="Content Placeholder 2"/>
          <p:cNvSpPr>
            <a:spLocks noGrp="1"/>
          </p:cNvSpPr>
          <p:nvPr>
            <p:ph idx="1"/>
          </p:nvPr>
        </p:nvSpPr>
        <p:spPr/>
        <p:txBody>
          <a:bodyPr>
            <a:normAutofit/>
          </a:bodyPr>
          <a:lstStyle/>
          <a:p>
            <a:pPr algn="just"/>
            <a:r>
              <a:rPr lang="en-US" dirty="0"/>
              <a:t>Web Browsers are software installed on your PC. To access the Web you need a web browser, such as Netscape Navigator, Microsoft Internet Explorer or Mozilla Firefox.</a:t>
            </a:r>
          </a:p>
          <a:p>
            <a:pPr algn="just"/>
            <a:r>
              <a:rPr lang="en-US" dirty="0"/>
              <a:t>Currently you must be using any sort of Web browser while you are navigating through my site tutorialspoint.com. On the Web, when you navigate through pages of information this is commonly known as </a:t>
            </a:r>
            <a:r>
              <a:rPr lang="en-US" i="1" dirty="0"/>
              <a:t>browsing or surfing</a:t>
            </a:r>
            <a:r>
              <a:rPr lang="en-US" dirty="0"/>
              <a:t>.</a:t>
            </a:r>
          </a:p>
          <a:p>
            <a:pPr algn="just"/>
            <a:r>
              <a:rPr lang="en-US" dirty="0"/>
              <a:t>We will see different type of Web browsers in a separate chapter.</a:t>
            </a:r>
            <a:endParaRPr lang="ar-SA" dirty="0"/>
          </a:p>
        </p:txBody>
      </p:sp>
      <p:sp>
        <p:nvSpPr>
          <p:cNvPr id="5" name="Footer Placeholder 4"/>
          <p:cNvSpPr>
            <a:spLocks noGrp="1"/>
          </p:cNvSpPr>
          <p:nvPr>
            <p:ph type="ftr" sz="quarter" idx="11"/>
          </p:nvPr>
        </p:nvSpPr>
        <p:spPr/>
        <p:txBody>
          <a:bodyPr/>
          <a:lstStyle/>
          <a:p>
            <a:r>
              <a:rPr lang="en-US"/>
              <a:t>Internet Technologies - Chapter 2</a:t>
            </a:r>
            <a:endParaRPr lang="ar-SA"/>
          </a:p>
        </p:txBody>
      </p:sp>
      <p:sp>
        <p:nvSpPr>
          <p:cNvPr id="4" name="Slide Number Placeholder 3"/>
          <p:cNvSpPr>
            <a:spLocks noGrp="1"/>
          </p:cNvSpPr>
          <p:nvPr>
            <p:ph type="sldNum" sz="quarter" idx="12"/>
          </p:nvPr>
        </p:nvSpPr>
        <p:spPr/>
        <p:txBody>
          <a:bodyPr/>
          <a:lstStyle/>
          <a:p>
            <a:fld id="{0E432819-B1C9-4D2F-8F6B-911D67ACBAA2}" type="slidenum">
              <a:rPr lang="ar-SA" smtClean="0"/>
              <a:pPr/>
              <a:t>10</a:t>
            </a:fld>
            <a:endParaRPr lang="ar-SA"/>
          </a:p>
        </p:txBody>
      </p:sp>
    </p:spTree>
    <p:extLst>
      <p:ext uri="{BB962C8B-B14F-4D97-AF65-F5344CB8AC3E}">
        <p14:creationId xmlns:p14="http://schemas.microsoft.com/office/powerpoint/2010/main" val="24248813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SMTP Server, ISP:</a:t>
            </a:r>
            <a:endParaRPr lang="ar-SA" b="1" dirty="0"/>
          </a:p>
        </p:txBody>
      </p:sp>
      <p:sp>
        <p:nvSpPr>
          <p:cNvPr id="3" name="Content Placeholder 2"/>
          <p:cNvSpPr>
            <a:spLocks noGrp="1"/>
          </p:cNvSpPr>
          <p:nvPr>
            <p:ph idx="1"/>
          </p:nvPr>
        </p:nvSpPr>
        <p:spPr/>
        <p:txBody>
          <a:bodyPr/>
          <a:lstStyle/>
          <a:p>
            <a:pPr algn="just"/>
            <a:r>
              <a:rPr lang="en-US" dirty="0"/>
              <a:t>SMTP stands for </a:t>
            </a:r>
            <a:r>
              <a:rPr lang="en-US" b="1" dirty="0"/>
              <a:t>S</a:t>
            </a:r>
            <a:r>
              <a:rPr lang="en-US" dirty="0"/>
              <a:t>imple </a:t>
            </a:r>
            <a:r>
              <a:rPr lang="en-US" b="1" dirty="0"/>
              <a:t>M</a:t>
            </a:r>
            <a:r>
              <a:rPr lang="en-US" dirty="0"/>
              <a:t>ail </a:t>
            </a:r>
            <a:r>
              <a:rPr lang="en-US" b="1" dirty="0"/>
              <a:t>T</a:t>
            </a:r>
            <a:r>
              <a:rPr lang="en-US" dirty="0"/>
              <a:t>ransfer </a:t>
            </a:r>
            <a:r>
              <a:rPr lang="en-US" b="1" dirty="0"/>
              <a:t>P</a:t>
            </a:r>
            <a:r>
              <a:rPr lang="en-US" dirty="0"/>
              <a:t>rotocol Server. This server takes care of delivering emails from one server to another server. When you send an email to an email address, it is delivered to its recipient by a SMTP Server.</a:t>
            </a:r>
          </a:p>
          <a:p>
            <a:pPr algn="just"/>
            <a:r>
              <a:rPr lang="en-US" dirty="0"/>
              <a:t>ISP stands for </a:t>
            </a:r>
            <a:r>
              <a:rPr lang="en-US" b="1" dirty="0"/>
              <a:t>I</a:t>
            </a:r>
            <a:r>
              <a:rPr lang="en-US" dirty="0"/>
              <a:t>nternet </a:t>
            </a:r>
            <a:r>
              <a:rPr lang="en-US" b="1" dirty="0"/>
              <a:t>S</a:t>
            </a:r>
            <a:r>
              <a:rPr lang="en-US" dirty="0"/>
              <a:t>ervice </a:t>
            </a:r>
            <a:r>
              <a:rPr lang="en-US" b="1" dirty="0"/>
              <a:t>P</a:t>
            </a:r>
            <a:r>
              <a:rPr lang="en-US" dirty="0"/>
              <a:t>rovider. They are the companies who provide you service in terms of internet connection to connect to the internet.</a:t>
            </a:r>
          </a:p>
          <a:p>
            <a:pPr algn="just"/>
            <a:r>
              <a:rPr lang="en-US" dirty="0"/>
              <a:t>You will buy space on a Web Server from any Internet Service Provider. This space will be used to host your Website.</a:t>
            </a:r>
          </a:p>
          <a:p>
            <a:pPr algn="just"/>
            <a:endParaRPr lang="ar-SA" dirty="0"/>
          </a:p>
        </p:txBody>
      </p:sp>
      <p:sp>
        <p:nvSpPr>
          <p:cNvPr id="5" name="Footer Placeholder 4"/>
          <p:cNvSpPr>
            <a:spLocks noGrp="1"/>
          </p:cNvSpPr>
          <p:nvPr>
            <p:ph type="ftr" sz="quarter" idx="11"/>
          </p:nvPr>
        </p:nvSpPr>
        <p:spPr/>
        <p:txBody>
          <a:bodyPr/>
          <a:lstStyle/>
          <a:p>
            <a:r>
              <a:rPr lang="en-US"/>
              <a:t>Internet Technologies - Chapter 2</a:t>
            </a:r>
            <a:endParaRPr lang="ar-SA"/>
          </a:p>
        </p:txBody>
      </p:sp>
      <p:sp>
        <p:nvSpPr>
          <p:cNvPr id="4" name="Slide Number Placeholder 3"/>
          <p:cNvSpPr>
            <a:spLocks noGrp="1"/>
          </p:cNvSpPr>
          <p:nvPr>
            <p:ph type="sldNum" sz="quarter" idx="12"/>
          </p:nvPr>
        </p:nvSpPr>
        <p:spPr/>
        <p:txBody>
          <a:bodyPr/>
          <a:lstStyle/>
          <a:p>
            <a:fld id="{0E432819-B1C9-4D2F-8F6B-911D67ACBAA2}" type="slidenum">
              <a:rPr lang="ar-SA" smtClean="0"/>
              <a:pPr/>
              <a:t>11</a:t>
            </a:fld>
            <a:endParaRPr lang="ar-SA"/>
          </a:p>
        </p:txBody>
      </p:sp>
    </p:spTree>
    <p:extLst>
      <p:ext uri="{BB962C8B-B14F-4D97-AF65-F5344CB8AC3E}">
        <p14:creationId xmlns:p14="http://schemas.microsoft.com/office/powerpoint/2010/main" val="19349656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64911"/>
          </a:xfrm>
        </p:spPr>
        <p:txBody>
          <a:bodyPr/>
          <a:lstStyle/>
          <a:p>
            <a:r>
              <a:rPr lang="en-US" b="1" dirty="0"/>
              <a:t>HTML, Hyperlink:</a:t>
            </a:r>
            <a:endParaRPr lang="ar-SA" b="1" dirty="0"/>
          </a:p>
        </p:txBody>
      </p:sp>
      <p:sp>
        <p:nvSpPr>
          <p:cNvPr id="3" name="Content Placeholder 2"/>
          <p:cNvSpPr>
            <a:spLocks noGrp="1"/>
          </p:cNvSpPr>
          <p:nvPr>
            <p:ph idx="1"/>
          </p:nvPr>
        </p:nvSpPr>
        <p:spPr>
          <a:xfrm>
            <a:off x="838200" y="1330036"/>
            <a:ext cx="10515600" cy="5178829"/>
          </a:xfrm>
        </p:spPr>
        <p:txBody>
          <a:bodyPr>
            <a:normAutofit/>
          </a:bodyPr>
          <a:lstStyle/>
          <a:p>
            <a:pPr algn="just"/>
            <a:r>
              <a:rPr lang="en-US" dirty="0"/>
              <a:t>HTML stands for </a:t>
            </a:r>
            <a:r>
              <a:rPr lang="en-US" b="1" dirty="0"/>
              <a:t>H</a:t>
            </a:r>
            <a:r>
              <a:rPr lang="en-US" dirty="0"/>
              <a:t>yper </a:t>
            </a:r>
            <a:r>
              <a:rPr lang="en-US" b="1" dirty="0"/>
              <a:t>T</a:t>
            </a:r>
            <a:r>
              <a:rPr lang="en-US" dirty="0"/>
              <a:t>ext </a:t>
            </a:r>
            <a:r>
              <a:rPr lang="en-US" b="1" dirty="0"/>
              <a:t>M</a:t>
            </a:r>
            <a:r>
              <a:rPr lang="en-US" dirty="0"/>
              <a:t>arkup </a:t>
            </a:r>
            <a:r>
              <a:rPr lang="en-US" b="1" dirty="0"/>
              <a:t>L</a:t>
            </a:r>
            <a:r>
              <a:rPr lang="en-US" dirty="0"/>
              <a:t>anguage. This is the language in which we write web pages for any Website. Even the page you are reading right now is written in HTML.</a:t>
            </a:r>
          </a:p>
          <a:p>
            <a:pPr algn="just"/>
            <a:r>
              <a:rPr lang="en-US" dirty="0"/>
              <a:t>This is a subset of Standard Generalized Mark-Up Language (SGML) for electronic publishing, the specific standard used for the World Wide Web.</a:t>
            </a:r>
          </a:p>
          <a:p>
            <a:pPr algn="just"/>
            <a:r>
              <a:rPr lang="x-none" b="1" dirty="0"/>
              <a:t>Hyperlink</a:t>
            </a:r>
            <a:r>
              <a:rPr lang="en-US" b="1" dirty="0"/>
              <a:t>:</a:t>
            </a:r>
          </a:p>
          <a:p>
            <a:pPr algn="just"/>
            <a:r>
              <a:rPr lang="en-US" dirty="0"/>
              <a:t>A hyperlink or simply a link is a selectable element in an electronic document that serves as an access point to other electronic resources. Typically, you click the hyperlink to access the linked resource. Familiar hyperlinks include buttons, icons, image maps, and clickable text links.</a:t>
            </a:r>
            <a:endParaRPr lang="ar-SA" dirty="0"/>
          </a:p>
        </p:txBody>
      </p:sp>
      <p:sp>
        <p:nvSpPr>
          <p:cNvPr id="5" name="Footer Placeholder 4"/>
          <p:cNvSpPr>
            <a:spLocks noGrp="1"/>
          </p:cNvSpPr>
          <p:nvPr>
            <p:ph type="ftr" sz="quarter" idx="11"/>
          </p:nvPr>
        </p:nvSpPr>
        <p:spPr/>
        <p:txBody>
          <a:bodyPr/>
          <a:lstStyle/>
          <a:p>
            <a:r>
              <a:rPr lang="en-US"/>
              <a:t>Internet Technologies - Chapter 2</a:t>
            </a:r>
            <a:endParaRPr lang="ar-SA"/>
          </a:p>
        </p:txBody>
      </p:sp>
      <p:sp>
        <p:nvSpPr>
          <p:cNvPr id="4" name="Slide Number Placeholder 3"/>
          <p:cNvSpPr>
            <a:spLocks noGrp="1"/>
          </p:cNvSpPr>
          <p:nvPr>
            <p:ph type="sldNum" sz="quarter" idx="12"/>
          </p:nvPr>
        </p:nvSpPr>
        <p:spPr/>
        <p:txBody>
          <a:bodyPr/>
          <a:lstStyle/>
          <a:p>
            <a:fld id="{0E432819-B1C9-4D2F-8F6B-911D67ACBAA2}" type="slidenum">
              <a:rPr lang="ar-SA" smtClean="0"/>
              <a:pPr/>
              <a:t>12</a:t>
            </a:fld>
            <a:endParaRPr lang="ar-SA"/>
          </a:p>
        </p:txBody>
      </p:sp>
    </p:spTree>
    <p:extLst>
      <p:ext uri="{BB962C8B-B14F-4D97-AF65-F5344CB8AC3E}">
        <p14:creationId xmlns:p14="http://schemas.microsoft.com/office/powerpoint/2010/main" val="40493038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W3C:</a:t>
            </a:r>
            <a:endParaRPr lang="ar-SA" b="1" dirty="0"/>
          </a:p>
        </p:txBody>
      </p:sp>
      <p:sp>
        <p:nvSpPr>
          <p:cNvPr id="3" name="Content Placeholder 2"/>
          <p:cNvSpPr>
            <a:spLocks noGrp="1"/>
          </p:cNvSpPr>
          <p:nvPr>
            <p:ph idx="1"/>
          </p:nvPr>
        </p:nvSpPr>
        <p:spPr/>
        <p:txBody>
          <a:bodyPr/>
          <a:lstStyle/>
          <a:p>
            <a:pPr algn="just"/>
            <a:r>
              <a:rPr lang="en-US" dirty="0"/>
              <a:t>W3C stands for </a:t>
            </a:r>
            <a:r>
              <a:rPr lang="en-US" b="1" dirty="0"/>
              <a:t>W</a:t>
            </a:r>
            <a:r>
              <a:rPr lang="en-US" dirty="0"/>
              <a:t>orld </a:t>
            </a:r>
            <a:r>
              <a:rPr lang="en-US" b="1" dirty="0"/>
              <a:t>W</a:t>
            </a:r>
            <a:r>
              <a:rPr lang="en-US" dirty="0"/>
              <a:t>ide </a:t>
            </a:r>
            <a:r>
              <a:rPr lang="en-US" b="1" dirty="0"/>
              <a:t>W</a:t>
            </a:r>
            <a:r>
              <a:rPr lang="en-US" dirty="0"/>
              <a:t>eb Consortium which is an international consortium of companies involved with the Internet and the Web.</a:t>
            </a:r>
          </a:p>
          <a:p>
            <a:pPr algn="just"/>
            <a:r>
              <a:rPr lang="en-US" dirty="0"/>
              <a:t>The W3C was founded in 1994 by Tim Berners-Lee, the original architect of the World Wide Web. The organization's purpose is to develop open standards so that the Web evolves in a single direction rather than being splintered among competing factions. The W3C is the chief standards body for HTTP and HTML.</a:t>
            </a:r>
            <a:endParaRPr lang="ar-SA" dirty="0"/>
          </a:p>
        </p:txBody>
      </p:sp>
      <p:sp>
        <p:nvSpPr>
          <p:cNvPr id="5" name="Footer Placeholder 4"/>
          <p:cNvSpPr>
            <a:spLocks noGrp="1"/>
          </p:cNvSpPr>
          <p:nvPr>
            <p:ph type="ftr" sz="quarter" idx="11"/>
          </p:nvPr>
        </p:nvSpPr>
        <p:spPr/>
        <p:txBody>
          <a:bodyPr/>
          <a:lstStyle/>
          <a:p>
            <a:r>
              <a:rPr lang="en-US"/>
              <a:t>Internet Technologies - Chapter 2</a:t>
            </a:r>
            <a:endParaRPr lang="ar-SA"/>
          </a:p>
        </p:txBody>
      </p:sp>
      <p:sp>
        <p:nvSpPr>
          <p:cNvPr id="4" name="Slide Number Placeholder 3"/>
          <p:cNvSpPr>
            <a:spLocks noGrp="1"/>
          </p:cNvSpPr>
          <p:nvPr>
            <p:ph type="sldNum" sz="quarter" idx="12"/>
          </p:nvPr>
        </p:nvSpPr>
        <p:spPr/>
        <p:txBody>
          <a:bodyPr/>
          <a:lstStyle/>
          <a:p>
            <a:fld id="{0E432819-B1C9-4D2F-8F6B-911D67ACBAA2}" type="slidenum">
              <a:rPr lang="ar-SA" smtClean="0"/>
              <a:pPr/>
              <a:t>13</a:t>
            </a:fld>
            <a:endParaRPr lang="ar-SA"/>
          </a:p>
        </p:txBody>
      </p:sp>
    </p:spTree>
    <p:extLst>
      <p:ext uri="{BB962C8B-B14F-4D97-AF65-F5344CB8AC3E}">
        <p14:creationId xmlns:p14="http://schemas.microsoft.com/office/powerpoint/2010/main" val="41577522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Concept of Web 2.0:</a:t>
            </a:r>
            <a:endParaRPr lang="ar-SA" dirty="0"/>
          </a:p>
        </p:txBody>
      </p:sp>
      <p:sp>
        <p:nvSpPr>
          <p:cNvPr id="5" name="Content Placeholder 4"/>
          <p:cNvSpPr>
            <a:spLocks noGrp="1"/>
          </p:cNvSpPr>
          <p:nvPr>
            <p:ph idx="1"/>
          </p:nvPr>
        </p:nvSpPr>
        <p:spPr/>
        <p:txBody>
          <a:bodyPr>
            <a:normAutofit/>
          </a:bodyPr>
          <a:lstStyle/>
          <a:p>
            <a:pPr algn="just" fontAlgn="base"/>
            <a:r>
              <a:rPr lang="en-US" dirty="0"/>
              <a:t>Web 2.0 is the term given to describe a second generation of the </a:t>
            </a:r>
            <a:r>
              <a:rPr lang="en-US" u="sng" dirty="0">
                <a:hlinkClick r:id="rId2"/>
              </a:rPr>
              <a:t>World Wide Web</a:t>
            </a:r>
            <a:r>
              <a:rPr lang="en-US" dirty="0"/>
              <a:t> that is focused on the ability for people to collaborate and share information online. Web 2.0 basically refers to the transition from static </a:t>
            </a:r>
            <a:r>
              <a:rPr lang="en-US" u="sng" dirty="0">
                <a:hlinkClick r:id="rId3"/>
              </a:rPr>
              <a:t>HTML</a:t>
            </a:r>
            <a:r>
              <a:rPr lang="en-US" dirty="0"/>
              <a:t> Web pages to a more dynamic Web that is more organized and is based on </a:t>
            </a:r>
            <a:r>
              <a:rPr lang="en-US" u="sng" dirty="0">
                <a:hlinkClick r:id="rId4"/>
              </a:rPr>
              <a:t>serving Web applications</a:t>
            </a:r>
            <a:r>
              <a:rPr lang="en-US" dirty="0"/>
              <a:t> to users.</a:t>
            </a:r>
          </a:p>
          <a:p>
            <a:pPr algn="just"/>
            <a:r>
              <a:rPr lang="en-US" dirty="0"/>
              <a:t>Other improved functionality of Web 2.0 includes open communication with an emphasis on Web-based communities of users, and more open sharing of information. Over time Web 2.0 has been used more as a marketing term than a computer-science-based term. </a:t>
            </a:r>
            <a:r>
              <a:rPr lang="en-US" u="sng" dirty="0">
                <a:hlinkClick r:id="rId5"/>
              </a:rPr>
              <a:t>Blogs</a:t>
            </a:r>
            <a:r>
              <a:rPr lang="en-US" dirty="0"/>
              <a:t>, wikis, and </a:t>
            </a:r>
            <a:r>
              <a:rPr lang="en-US" u="sng" dirty="0">
                <a:hlinkClick r:id="rId6"/>
              </a:rPr>
              <a:t>Web services</a:t>
            </a:r>
            <a:r>
              <a:rPr lang="en-US" dirty="0"/>
              <a:t> are all seen as components of Web 2.0</a:t>
            </a:r>
            <a:endParaRPr lang="ar-SA" dirty="0"/>
          </a:p>
        </p:txBody>
      </p:sp>
      <p:sp>
        <p:nvSpPr>
          <p:cNvPr id="6" name="Footer Placeholder 5"/>
          <p:cNvSpPr>
            <a:spLocks noGrp="1"/>
          </p:cNvSpPr>
          <p:nvPr>
            <p:ph type="ftr" sz="quarter" idx="11"/>
          </p:nvPr>
        </p:nvSpPr>
        <p:spPr/>
        <p:txBody>
          <a:bodyPr/>
          <a:lstStyle/>
          <a:p>
            <a:r>
              <a:rPr lang="en-US"/>
              <a:t>Internet Technologies - Chapter 2</a:t>
            </a:r>
            <a:endParaRPr lang="ar-SA"/>
          </a:p>
        </p:txBody>
      </p:sp>
      <p:sp>
        <p:nvSpPr>
          <p:cNvPr id="4" name="Slide Number Placeholder 3"/>
          <p:cNvSpPr>
            <a:spLocks noGrp="1"/>
          </p:cNvSpPr>
          <p:nvPr>
            <p:ph type="sldNum" sz="quarter" idx="12"/>
          </p:nvPr>
        </p:nvSpPr>
        <p:spPr/>
        <p:txBody>
          <a:bodyPr/>
          <a:lstStyle/>
          <a:p>
            <a:fld id="{0E432819-B1C9-4D2F-8F6B-911D67ACBAA2}" type="slidenum">
              <a:rPr lang="ar-SA" smtClean="0"/>
              <a:pPr/>
              <a:t>14</a:t>
            </a:fld>
            <a:endParaRPr lang="ar-SA"/>
          </a:p>
        </p:txBody>
      </p:sp>
    </p:spTree>
    <p:extLst>
      <p:ext uri="{BB962C8B-B14F-4D97-AF65-F5344CB8AC3E}">
        <p14:creationId xmlns:p14="http://schemas.microsoft.com/office/powerpoint/2010/main" val="40001100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Advantages of Web 2.0:</a:t>
            </a:r>
            <a:endParaRPr lang="ar-SA" dirty="0"/>
          </a:p>
        </p:txBody>
      </p:sp>
      <p:sp>
        <p:nvSpPr>
          <p:cNvPr id="3" name="Content Placeholder 2"/>
          <p:cNvSpPr>
            <a:spLocks noGrp="1"/>
          </p:cNvSpPr>
          <p:nvPr>
            <p:ph idx="1"/>
          </p:nvPr>
        </p:nvSpPr>
        <p:spPr/>
        <p:txBody>
          <a:bodyPr>
            <a:normAutofit fontScale="92500"/>
          </a:bodyPr>
          <a:lstStyle/>
          <a:p>
            <a:pPr lvl="0" algn="just" fontAlgn="base"/>
            <a:r>
              <a:rPr lang="en-US" dirty="0"/>
              <a:t>Available at any time, any place</a:t>
            </a:r>
          </a:p>
          <a:p>
            <a:pPr lvl="0" algn="just" fontAlgn="base"/>
            <a:r>
              <a:rPr lang="en-US" dirty="0"/>
              <a:t>Variety of media</a:t>
            </a:r>
          </a:p>
          <a:p>
            <a:pPr lvl="0" algn="just" fontAlgn="base"/>
            <a:r>
              <a:rPr lang="en-US" dirty="0"/>
              <a:t>Ease of usage</a:t>
            </a:r>
          </a:p>
          <a:p>
            <a:pPr lvl="0" algn="just" fontAlgn="base"/>
            <a:r>
              <a:rPr lang="en-US" dirty="0"/>
              <a:t>Learners can actively be involved in knowledge building</a:t>
            </a:r>
          </a:p>
          <a:p>
            <a:pPr lvl="0" algn="just" fontAlgn="base"/>
            <a:r>
              <a:rPr lang="en-US" dirty="0"/>
              <a:t>Can create dynamic learning communities</a:t>
            </a:r>
          </a:p>
          <a:p>
            <a:pPr lvl="0" algn="just" fontAlgn="base"/>
            <a:r>
              <a:rPr lang="en-US" dirty="0"/>
              <a:t>Everybody is the author and the editor, every edit that has been made can be tracked</a:t>
            </a:r>
          </a:p>
          <a:p>
            <a:pPr lvl="0" algn="just" fontAlgn="base"/>
            <a:r>
              <a:rPr lang="en-US" dirty="0"/>
              <a:t>User friendly</a:t>
            </a:r>
          </a:p>
          <a:p>
            <a:pPr lvl="0" algn="just" fontAlgn="base"/>
            <a:r>
              <a:rPr lang="en-US" dirty="0"/>
              <a:t>Updates in wiki are immediate and it offers more sources for researchers</a:t>
            </a:r>
          </a:p>
          <a:p>
            <a:pPr algn="just"/>
            <a:r>
              <a:rPr lang="en-US" dirty="0"/>
              <a:t>Provides real-time discussion.</a:t>
            </a:r>
            <a:endParaRPr lang="ar-SA" dirty="0"/>
          </a:p>
        </p:txBody>
      </p:sp>
      <p:sp>
        <p:nvSpPr>
          <p:cNvPr id="5" name="Footer Placeholder 4"/>
          <p:cNvSpPr>
            <a:spLocks noGrp="1"/>
          </p:cNvSpPr>
          <p:nvPr>
            <p:ph type="ftr" sz="quarter" idx="11"/>
          </p:nvPr>
        </p:nvSpPr>
        <p:spPr/>
        <p:txBody>
          <a:bodyPr/>
          <a:lstStyle/>
          <a:p>
            <a:r>
              <a:rPr lang="en-US"/>
              <a:t>Internet Technologies - Chapter 2</a:t>
            </a:r>
            <a:endParaRPr lang="ar-SA"/>
          </a:p>
        </p:txBody>
      </p:sp>
      <p:sp>
        <p:nvSpPr>
          <p:cNvPr id="4" name="Slide Number Placeholder 3"/>
          <p:cNvSpPr>
            <a:spLocks noGrp="1"/>
          </p:cNvSpPr>
          <p:nvPr>
            <p:ph type="sldNum" sz="quarter" idx="12"/>
          </p:nvPr>
        </p:nvSpPr>
        <p:spPr/>
        <p:txBody>
          <a:bodyPr/>
          <a:lstStyle/>
          <a:p>
            <a:fld id="{0E432819-B1C9-4D2F-8F6B-911D67ACBAA2}" type="slidenum">
              <a:rPr lang="ar-SA" smtClean="0"/>
              <a:pPr/>
              <a:t>15</a:t>
            </a:fld>
            <a:endParaRPr lang="ar-SA"/>
          </a:p>
        </p:txBody>
      </p:sp>
    </p:spTree>
    <p:extLst>
      <p:ext uri="{BB962C8B-B14F-4D97-AF65-F5344CB8AC3E}">
        <p14:creationId xmlns:p14="http://schemas.microsoft.com/office/powerpoint/2010/main" val="21521240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تكامل">
  <a:themeElements>
    <a:clrScheme name="تكامل">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تكامل">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تكامل">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Integral</Template>
  <TotalTime>75</TotalTime>
  <Words>1334</Words>
  <Application>Microsoft Office PowerPoint</Application>
  <PresentationFormat>شاشة عريضة</PresentationFormat>
  <Paragraphs>140</Paragraphs>
  <Slides>15</Slides>
  <Notes>0</Notes>
  <HiddenSlides>0</HiddenSlides>
  <MMClips>0</MMClips>
  <ScaleCrop>false</ScaleCrop>
  <HeadingPairs>
    <vt:vector size="6" baseType="variant">
      <vt:variant>
        <vt:lpstr>الخطوط المستخدمة</vt:lpstr>
      </vt:variant>
      <vt:variant>
        <vt:i4>4</vt:i4>
      </vt:variant>
      <vt:variant>
        <vt:lpstr>نسق</vt:lpstr>
      </vt:variant>
      <vt:variant>
        <vt:i4>1</vt:i4>
      </vt:variant>
      <vt:variant>
        <vt:lpstr>عناوين الشرائح</vt:lpstr>
      </vt:variant>
      <vt:variant>
        <vt:i4>15</vt:i4>
      </vt:variant>
    </vt:vector>
  </HeadingPairs>
  <TitlesOfParts>
    <vt:vector size="20" baseType="lpstr">
      <vt:lpstr>Calibri</vt:lpstr>
      <vt:lpstr>Tw Cen MT</vt:lpstr>
      <vt:lpstr>Tw Cen MT Condensed</vt:lpstr>
      <vt:lpstr>Wingdings 3</vt:lpstr>
      <vt:lpstr>تكامل</vt:lpstr>
      <vt:lpstr>Internet Technologies MIS-341-4</vt:lpstr>
      <vt:lpstr>Web Basics &amp; the Concept of Web 2.0</vt:lpstr>
      <vt:lpstr>Web Basics:</vt:lpstr>
      <vt:lpstr>Domain Name System Architecture:</vt:lpstr>
      <vt:lpstr>Top-Level Domain Name:</vt:lpstr>
      <vt:lpstr>Country Top-Level Domain Names:</vt:lpstr>
      <vt:lpstr>HTTP, URL:</vt:lpstr>
      <vt:lpstr>URL:</vt:lpstr>
      <vt:lpstr>Web site, Web Server:</vt:lpstr>
      <vt:lpstr>Web Browser:</vt:lpstr>
      <vt:lpstr>SMTP Server, ISP:</vt:lpstr>
      <vt:lpstr>HTML, Hyperlink:</vt:lpstr>
      <vt:lpstr>W3C:</vt:lpstr>
      <vt:lpstr>The Concept of Web 2.0:</vt:lpstr>
      <vt:lpstr>Advantages of Web 2.0:</vt:lpstr>
    </vt:vector>
  </TitlesOfParts>
  <Company>KING KHALID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 Technologies</dc:title>
  <dc:creator>MUHAMMAD DILDAR</dc:creator>
  <cp:lastModifiedBy>Raghad Asiri</cp:lastModifiedBy>
  <cp:revision>10</cp:revision>
  <dcterms:created xsi:type="dcterms:W3CDTF">2022-12-13T07:08:36Z</dcterms:created>
  <dcterms:modified xsi:type="dcterms:W3CDTF">2024-09-14T15:06:12Z</dcterms:modified>
</cp:coreProperties>
</file>