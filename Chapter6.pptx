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d Asiri" userId="02591a92edc1e609" providerId="LiveId" clId="{55C2F0DC-82C0-4104-A335-119E6FADDF76}"/>
    <pc:docChg chg="custSel modSld">
      <pc:chgData name="Raghad Asiri" userId="02591a92edc1e609" providerId="LiveId" clId="{55C2F0DC-82C0-4104-A335-119E6FADDF76}" dt="2024-09-14T15:19:01.860" v="2" actId="27636"/>
      <pc:docMkLst>
        <pc:docMk/>
      </pc:docMkLst>
      <pc:sldChg chg="modSp">
        <pc:chgData name="Raghad Asiri" userId="02591a92edc1e609" providerId="LiveId" clId="{55C2F0DC-82C0-4104-A335-119E6FADDF76}" dt="2024-09-14T15:19:01.720" v="0"/>
        <pc:sldMkLst>
          <pc:docMk/>
          <pc:sldMk cId="603625458" sldId="256"/>
        </pc:sldMkLst>
        <pc:spChg chg="mod">
          <ac:chgData name="Raghad Asiri" userId="02591a92edc1e609" providerId="LiveId" clId="{55C2F0DC-82C0-4104-A335-119E6FADDF76}" dt="2024-09-14T15:19:01.720" v="0"/>
          <ac:spMkLst>
            <pc:docMk/>
            <pc:sldMk cId="603625458" sldId="256"/>
            <ac:spMk id="2" creationId="{00000000-0000-0000-0000-000000000000}"/>
          </ac:spMkLst>
        </pc:spChg>
        <pc:spChg chg="mod">
          <ac:chgData name="Raghad Asiri" userId="02591a92edc1e609" providerId="LiveId" clId="{55C2F0DC-82C0-4104-A335-119E6FADDF76}" dt="2024-09-14T15:19:01.720" v="0"/>
          <ac:spMkLst>
            <pc:docMk/>
            <pc:sldMk cId="603625458" sldId="256"/>
            <ac:spMk id="3" creationId="{00000000-0000-0000-0000-000000000000}"/>
          </ac:spMkLst>
        </pc:spChg>
        <pc:spChg chg="mod">
          <ac:chgData name="Raghad Asiri" userId="02591a92edc1e609" providerId="LiveId" clId="{55C2F0DC-82C0-4104-A335-119E6FADDF76}" dt="2024-09-14T15:19:01.720" v="0"/>
          <ac:spMkLst>
            <pc:docMk/>
            <pc:sldMk cId="603625458" sldId="256"/>
            <ac:spMk id="4" creationId="{00000000-0000-0000-0000-000000000000}"/>
          </ac:spMkLst>
        </pc:spChg>
        <pc:spChg chg="mod">
          <ac:chgData name="Raghad Asiri" userId="02591a92edc1e609" providerId="LiveId" clId="{55C2F0DC-82C0-4104-A335-119E6FADDF76}" dt="2024-09-14T15:19:01.720" v="0"/>
          <ac:spMkLst>
            <pc:docMk/>
            <pc:sldMk cId="603625458" sldId="256"/>
            <ac:spMk id="5" creationId="{00000000-0000-0000-0000-000000000000}"/>
          </ac:spMkLst>
        </pc:spChg>
      </pc:sldChg>
      <pc:sldChg chg="modSp mod">
        <pc:chgData name="Raghad Asiri" userId="02591a92edc1e609" providerId="LiveId" clId="{55C2F0DC-82C0-4104-A335-119E6FADDF76}" dt="2024-09-14T15:19:01.806" v="1" actId="27636"/>
        <pc:sldMkLst>
          <pc:docMk/>
          <pc:sldMk cId="3450387215" sldId="257"/>
        </pc:sldMkLst>
        <pc:spChg chg="mod">
          <ac:chgData name="Raghad Asiri" userId="02591a92edc1e609" providerId="LiveId" clId="{55C2F0DC-82C0-4104-A335-119E6FADDF76}" dt="2024-09-14T15:19:01.720" v="0"/>
          <ac:spMkLst>
            <pc:docMk/>
            <pc:sldMk cId="3450387215" sldId="257"/>
            <ac:spMk id="2" creationId="{00000000-0000-0000-0000-000000000000}"/>
          </ac:spMkLst>
        </pc:spChg>
        <pc:spChg chg="mod">
          <ac:chgData name="Raghad Asiri" userId="02591a92edc1e609" providerId="LiveId" clId="{55C2F0DC-82C0-4104-A335-119E6FADDF76}" dt="2024-09-14T15:19:01.806" v="1" actId="27636"/>
          <ac:spMkLst>
            <pc:docMk/>
            <pc:sldMk cId="3450387215" sldId="257"/>
            <ac:spMk id="3" creationId="{00000000-0000-0000-0000-000000000000}"/>
          </ac:spMkLst>
        </pc:spChg>
        <pc:spChg chg="mod">
          <ac:chgData name="Raghad Asiri" userId="02591a92edc1e609" providerId="LiveId" clId="{55C2F0DC-82C0-4104-A335-119E6FADDF76}" dt="2024-09-14T15:19:01.720" v="0"/>
          <ac:spMkLst>
            <pc:docMk/>
            <pc:sldMk cId="3450387215" sldId="257"/>
            <ac:spMk id="4" creationId="{00000000-0000-0000-0000-000000000000}"/>
          </ac:spMkLst>
        </pc:spChg>
        <pc:spChg chg="mod">
          <ac:chgData name="Raghad Asiri" userId="02591a92edc1e609" providerId="LiveId" clId="{55C2F0DC-82C0-4104-A335-119E6FADDF76}" dt="2024-09-14T15:19:01.720" v="0"/>
          <ac:spMkLst>
            <pc:docMk/>
            <pc:sldMk cId="3450387215" sldId="257"/>
            <ac:spMk id="5" creationId="{00000000-0000-0000-0000-000000000000}"/>
          </ac:spMkLst>
        </pc:spChg>
      </pc:sldChg>
      <pc:sldChg chg="modSp mod">
        <pc:chgData name="Raghad Asiri" userId="02591a92edc1e609" providerId="LiveId" clId="{55C2F0DC-82C0-4104-A335-119E6FADDF76}" dt="2024-09-14T15:19:01.860" v="2" actId="27636"/>
        <pc:sldMkLst>
          <pc:docMk/>
          <pc:sldMk cId="115775447" sldId="258"/>
        </pc:sldMkLst>
        <pc:spChg chg="mod">
          <ac:chgData name="Raghad Asiri" userId="02591a92edc1e609" providerId="LiveId" clId="{55C2F0DC-82C0-4104-A335-119E6FADDF76}" dt="2024-09-14T15:19:01.860" v="2" actId="27636"/>
          <ac:spMkLst>
            <pc:docMk/>
            <pc:sldMk cId="115775447" sldId="258"/>
            <ac:spMk id="3" creationId="{00000000-0000-0000-0000-000000000000}"/>
          </ac:spMkLst>
        </pc:spChg>
        <pc:spChg chg="mod">
          <ac:chgData name="Raghad Asiri" userId="02591a92edc1e609" providerId="LiveId" clId="{55C2F0DC-82C0-4104-A335-119E6FADDF76}" dt="2024-09-14T15:19:01.720" v="0"/>
          <ac:spMkLst>
            <pc:docMk/>
            <pc:sldMk cId="115775447" sldId="258"/>
            <ac:spMk id="4" creationId="{00000000-0000-0000-0000-000000000000}"/>
          </ac:spMkLst>
        </pc:spChg>
        <pc:spChg chg="mod">
          <ac:chgData name="Raghad Asiri" userId="02591a92edc1e609" providerId="LiveId" clId="{55C2F0DC-82C0-4104-A335-119E6FADDF76}" dt="2024-09-14T15:19:01.720" v="0"/>
          <ac:spMkLst>
            <pc:docMk/>
            <pc:sldMk cId="115775447" sldId="258"/>
            <ac:spMk id="5" creationId="{00000000-0000-0000-0000-000000000000}"/>
          </ac:spMkLst>
        </pc:spChg>
      </pc:sldChg>
      <pc:sldChg chg="modSp">
        <pc:chgData name="Raghad Asiri" userId="02591a92edc1e609" providerId="LiveId" clId="{55C2F0DC-82C0-4104-A335-119E6FADDF76}" dt="2024-09-14T15:19:01.720" v="0"/>
        <pc:sldMkLst>
          <pc:docMk/>
          <pc:sldMk cId="2269836642" sldId="259"/>
        </pc:sldMkLst>
        <pc:spChg chg="mod">
          <ac:chgData name="Raghad Asiri" userId="02591a92edc1e609" providerId="LiveId" clId="{55C2F0DC-82C0-4104-A335-119E6FADDF76}" dt="2024-09-14T15:19:01.720" v="0"/>
          <ac:spMkLst>
            <pc:docMk/>
            <pc:sldMk cId="2269836642" sldId="259"/>
            <ac:spMk id="4" creationId="{00000000-0000-0000-0000-000000000000}"/>
          </ac:spMkLst>
        </pc:spChg>
        <pc:spChg chg="mod">
          <ac:chgData name="Raghad Asiri" userId="02591a92edc1e609" providerId="LiveId" clId="{55C2F0DC-82C0-4104-A335-119E6FADDF76}" dt="2024-09-14T15:19:01.720" v="0"/>
          <ac:spMkLst>
            <pc:docMk/>
            <pc:sldMk cId="2269836642" sldId="259"/>
            <ac:spMk id="5" creationId="{00000000-0000-0000-0000-000000000000}"/>
          </ac:spMkLst>
        </pc:spChg>
      </pc:sldChg>
      <pc:sldChg chg="modSp">
        <pc:chgData name="Raghad Asiri" userId="02591a92edc1e609" providerId="LiveId" clId="{55C2F0DC-82C0-4104-A335-119E6FADDF76}" dt="2024-09-14T15:19:01.720" v="0"/>
        <pc:sldMkLst>
          <pc:docMk/>
          <pc:sldMk cId="2785829035" sldId="260"/>
        </pc:sldMkLst>
        <pc:spChg chg="mod">
          <ac:chgData name="Raghad Asiri" userId="02591a92edc1e609" providerId="LiveId" clId="{55C2F0DC-82C0-4104-A335-119E6FADDF76}" dt="2024-09-14T15:19:01.720" v="0"/>
          <ac:spMkLst>
            <pc:docMk/>
            <pc:sldMk cId="2785829035" sldId="260"/>
            <ac:spMk id="2" creationId="{00000000-0000-0000-0000-000000000000}"/>
          </ac:spMkLst>
        </pc:spChg>
        <pc:spChg chg="mod">
          <ac:chgData name="Raghad Asiri" userId="02591a92edc1e609" providerId="LiveId" clId="{55C2F0DC-82C0-4104-A335-119E6FADDF76}" dt="2024-09-14T15:19:01.720" v="0"/>
          <ac:spMkLst>
            <pc:docMk/>
            <pc:sldMk cId="2785829035" sldId="260"/>
            <ac:spMk id="3" creationId="{00000000-0000-0000-0000-000000000000}"/>
          </ac:spMkLst>
        </pc:spChg>
        <pc:spChg chg="mod">
          <ac:chgData name="Raghad Asiri" userId="02591a92edc1e609" providerId="LiveId" clId="{55C2F0DC-82C0-4104-A335-119E6FADDF76}" dt="2024-09-14T15:19:01.720" v="0"/>
          <ac:spMkLst>
            <pc:docMk/>
            <pc:sldMk cId="2785829035" sldId="260"/>
            <ac:spMk id="4" creationId="{00000000-0000-0000-0000-000000000000}"/>
          </ac:spMkLst>
        </pc:spChg>
        <pc:spChg chg="mod">
          <ac:chgData name="Raghad Asiri" userId="02591a92edc1e609" providerId="LiveId" clId="{55C2F0DC-82C0-4104-A335-119E6FADDF76}" dt="2024-09-14T15:19:01.720" v="0"/>
          <ac:spMkLst>
            <pc:docMk/>
            <pc:sldMk cId="2785829035" sldId="260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DBF-8957-4724-B0FE-DD364E3D50E8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AE1B41-8BB6-4490-B4F1-88B7369BC66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DF79001-D931-4361-8359-54994F551280}" type="datetime1">
              <a:rPr lang="ar-SA" smtClean="0"/>
              <a:t>11/03/1446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02666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9001-D931-4361-8359-54994F551280}" type="datetime1">
              <a:rPr lang="ar-SA" smtClean="0"/>
              <a:t>11/03/1446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0928909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9001-D931-4361-8359-54994F551280}" type="datetime1">
              <a:rPr lang="ar-SA" smtClean="0"/>
              <a:t>11/03/1446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484965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9001-D931-4361-8359-54994F551280}" type="datetime1">
              <a:rPr lang="ar-SA" smtClean="0"/>
              <a:t>11/03/1446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4086231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9001-D931-4361-8359-54994F551280}" type="datetime1">
              <a:rPr lang="ar-SA" smtClean="0"/>
              <a:t>11/03/1446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02377606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9001-D931-4361-8359-54994F551280}" type="datetime1">
              <a:rPr lang="ar-SA" smtClean="0"/>
              <a:t>11/03/1446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7485760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9001-D931-4361-8359-54994F551280}" type="datetime1">
              <a:rPr lang="ar-SA" smtClean="0"/>
              <a:t>11/03/1446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49529221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9001-D931-4361-8359-54994F551280}" type="datetime1">
              <a:rPr lang="ar-SA" smtClean="0"/>
              <a:t>11/03/1446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217096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9001-D931-4361-8359-54994F551280}" type="datetime1">
              <a:rPr lang="ar-SA" smtClean="0"/>
              <a:t>11/03/1446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53551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9001-D931-4361-8359-54994F551280}" type="datetime1">
              <a:rPr lang="ar-SA" smtClean="0"/>
              <a:t>11/03/1446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304008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9001-D931-4361-8359-54994F551280}" type="datetime1">
              <a:rPr lang="ar-SA" smtClean="0"/>
              <a:t>11/03/1446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914615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DF79001-D931-4361-8359-54994F551280}" type="datetime1">
              <a:rPr lang="ar-SA" smtClean="0"/>
              <a:t>11/03/1446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66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hp.net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Internet Technologies</a:t>
            </a:r>
            <a:br>
              <a:rPr lang="en-US" dirty="0"/>
            </a:br>
            <a:r>
              <a:rPr lang="en-US" dirty="0"/>
              <a:t>MIS-341-4</a:t>
            </a:r>
            <a:endParaRPr lang="ar-S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  <a:p>
            <a:r>
              <a:rPr lang="en-US" sz="4400" dirty="0"/>
              <a:t>Chapter 6</a:t>
            </a:r>
            <a:endParaRPr lang="ar-SA" sz="3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0362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PHP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1353"/>
            <a:ext cx="10515600" cy="48130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PHP is a server scripting language, and is a powerful tool for making dynamic and interactive Web pages quickly.</a:t>
            </a:r>
          </a:p>
          <a:p>
            <a:pPr marL="0" indent="0">
              <a:buNone/>
            </a:pPr>
            <a:r>
              <a:rPr lang="en-US" dirty="0"/>
              <a:t>Before you continue you should have a basic understanding of the following:</a:t>
            </a:r>
          </a:p>
          <a:p>
            <a:pPr lvl="0"/>
            <a:r>
              <a:rPr lang="en-US" dirty="0"/>
              <a:t>HTML</a:t>
            </a:r>
          </a:p>
          <a:p>
            <a:pPr lvl="0"/>
            <a:r>
              <a:rPr lang="en-US" dirty="0"/>
              <a:t>CSS</a:t>
            </a:r>
          </a:p>
          <a:p>
            <a:pPr lvl="0"/>
            <a:r>
              <a:rPr lang="en-US" dirty="0"/>
              <a:t>JavaScript</a:t>
            </a:r>
          </a:p>
          <a:p>
            <a:pPr marL="0" indent="0">
              <a:buNone/>
            </a:pPr>
            <a:r>
              <a:rPr lang="en-US" b="1" dirty="0"/>
              <a:t>What is PHP?</a:t>
            </a:r>
            <a:endParaRPr lang="en-US" dirty="0"/>
          </a:p>
          <a:p>
            <a:pPr lvl="0"/>
            <a:r>
              <a:rPr lang="en-US" dirty="0"/>
              <a:t>PHP is an acronym for "PHP Hypertext Preprocessor"</a:t>
            </a:r>
          </a:p>
          <a:p>
            <a:pPr lvl="0"/>
            <a:r>
              <a:rPr lang="en-US" dirty="0"/>
              <a:t>PHP is a widely-used, open source scripting language</a:t>
            </a:r>
          </a:p>
          <a:p>
            <a:pPr lvl="0"/>
            <a:r>
              <a:rPr lang="en-US" dirty="0"/>
              <a:t>PHP scripts are executed on the server</a:t>
            </a:r>
          </a:p>
          <a:p>
            <a:pPr lvl="0"/>
            <a:r>
              <a:rPr lang="en-US" dirty="0"/>
              <a:t>PHP costs nothing, it is free to download and use</a:t>
            </a:r>
          </a:p>
          <a:p>
            <a:pPr lvl="0"/>
            <a:r>
              <a:rPr lang="en-US" dirty="0"/>
              <a:t>PHP files can contain text, HTML, CSS, JavaScript, and PHP code</a:t>
            </a:r>
          </a:p>
          <a:p>
            <a:pPr lvl="0"/>
            <a:r>
              <a:rPr lang="en-US" dirty="0"/>
              <a:t>PHP code are executed on the server, and the result is returned to the browser as plain HTML</a:t>
            </a:r>
          </a:p>
          <a:p>
            <a:r>
              <a:rPr lang="en-US" dirty="0"/>
              <a:t>PHP files have extension ".</a:t>
            </a:r>
            <a:r>
              <a:rPr lang="en-US" dirty="0" err="1"/>
              <a:t>php</a:t>
            </a:r>
            <a:r>
              <a:rPr lang="en-US" dirty="0"/>
              <a:t>”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50387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30919"/>
          </a:xfrm>
        </p:spPr>
        <p:txBody>
          <a:bodyPr/>
          <a:lstStyle/>
          <a:p>
            <a:r>
              <a:rPr lang="en-US" b="1" dirty="0"/>
              <a:t>PHP:</a:t>
            </a:r>
            <a:endParaRPr lang="ar-S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416"/>
            <a:ext cx="10515600" cy="48546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What Can PHP Do?</a:t>
            </a:r>
            <a:endParaRPr lang="en-US" dirty="0"/>
          </a:p>
          <a:p>
            <a:pPr lvl="0"/>
            <a:r>
              <a:rPr lang="en-US" dirty="0"/>
              <a:t>PHP can generate dynamic page content</a:t>
            </a:r>
          </a:p>
          <a:p>
            <a:pPr lvl="0"/>
            <a:r>
              <a:rPr lang="en-US" dirty="0"/>
              <a:t>PHP can create, open, read, write, and close files on the server</a:t>
            </a:r>
          </a:p>
          <a:p>
            <a:pPr lvl="0"/>
            <a:r>
              <a:rPr lang="en-US" dirty="0"/>
              <a:t>PHP can collect form data</a:t>
            </a:r>
          </a:p>
          <a:p>
            <a:pPr lvl="0"/>
            <a:r>
              <a:rPr lang="en-US" dirty="0"/>
              <a:t>PHP can send and receive cookies</a:t>
            </a:r>
          </a:p>
          <a:p>
            <a:pPr lvl="0"/>
            <a:r>
              <a:rPr lang="en-US" dirty="0"/>
              <a:t>PHP can add, delete, modify data in your database</a:t>
            </a:r>
          </a:p>
          <a:p>
            <a:pPr lvl="0"/>
            <a:r>
              <a:rPr lang="en-US" dirty="0"/>
              <a:t>PHP can restrict users to access some pages on your website</a:t>
            </a:r>
          </a:p>
          <a:p>
            <a:pPr lvl="0"/>
            <a:r>
              <a:rPr lang="en-US" dirty="0"/>
              <a:t>PHP can encrypt data</a:t>
            </a:r>
          </a:p>
          <a:p>
            <a:pPr marL="0" indent="0">
              <a:buNone/>
            </a:pPr>
            <a:r>
              <a:rPr lang="en-US" b="1" dirty="0"/>
              <a:t>Why PHP?</a:t>
            </a:r>
            <a:endParaRPr lang="en-US" dirty="0"/>
          </a:p>
          <a:p>
            <a:pPr lvl="0"/>
            <a:r>
              <a:rPr lang="en-US" dirty="0"/>
              <a:t>PHP runs on various platforms (Windows, Linux, Unix, Mac OS X, etc.)</a:t>
            </a:r>
          </a:p>
          <a:p>
            <a:pPr lvl="0"/>
            <a:r>
              <a:rPr lang="en-US" dirty="0"/>
              <a:t>PHP is compatible with almost all servers used today (Apache, IIS, etc.)</a:t>
            </a:r>
          </a:p>
          <a:p>
            <a:pPr lvl="0"/>
            <a:r>
              <a:rPr lang="en-US" dirty="0"/>
              <a:t>PHP supports a wide range of databases</a:t>
            </a:r>
          </a:p>
          <a:p>
            <a:pPr lvl="0"/>
            <a:r>
              <a:rPr lang="en-US" dirty="0"/>
              <a:t>PHP is free. Download it from the official PHP resource: </a:t>
            </a:r>
            <a:r>
              <a:rPr lang="en-US" u="sng" dirty="0">
                <a:hlinkClick r:id="rId2"/>
              </a:rPr>
              <a:t>www.php.net</a:t>
            </a:r>
            <a:r>
              <a:rPr lang="en-US" dirty="0"/>
              <a:t> </a:t>
            </a:r>
          </a:p>
          <a:p>
            <a:r>
              <a:rPr lang="en-US" dirty="0"/>
              <a:t>PHP is easy to learn and runs efficiently on the server side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577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7791"/>
          </a:xfrm>
        </p:spPr>
        <p:txBody>
          <a:bodyPr/>
          <a:lstStyle/>
          <a:p>
            <a:r>
              <a:rPr lang="en-US" b="1" dirty="0"/>
              <a:t>PHP:</a:t>
            </a:r>
            <a:endParaRPr lang="ar-S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6538"/>
            <a:ext cx="10515600" cy="491282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Basic PHP Syntax:</a:t>
            </a:r>
            <a:endParaRPr lang="en-US" dirty="0"/>
          </a:p>
          <a:p>
            <a:pPr lvl="0"/>
            <a:r>
              <a:rPr lang="en-US" dirty="0"/>
              <a:t>A PHP script can be placed anywhere in the document.</a:t>
            </a:r>
          </a:p>
          <a:p>
            <a:pPr lvl="0"/>
            <a:r>
              <a:rPr lang="en-US" dirty="0"/>
              <a:t>A PHP script starts with &lt;?</a:t>
            </a:r>
            <a:r>
              <a:rPr lang="en-US" dirty="0" err="1"/>
              <a:t>php</a:t>
            </a:r>
            <a:r>
              <a:rPr lang="en-US" dirty="0"/>
              <a:t> and ends with ?&gt;:</a:t>
            </a:r>
          </a:p>
          <a:p>
            <a:r>
              <a:rPr lang="en-US" dirty="0"/>
              <a:t>&lt;?</a:t>
            </a:r>
            <a:r>
              <a:rPr lang="en-US" dirty="0" err="1"/>
              <a:t>php</a:t>
            </a:r>
            <a:br>
              <a:rPr lang="en-US" dirty="0"/>
            </a:br>
            <a:r>
              <a:rPr lang="en-US" dirty="0"/>
              <a:t>// PHP code goes here</a:t>
            </a:r>
            <a:br>
              <a:rPr lang="en-US" dirty="0"/>
            </a:br>
            <a:r>
              <a:rPr lang="en-US" dirty="0"/>
              <a:t>?&gt;</a:t>
            </a:r>
          </a:p>
          <a:p>
            <a:pPr lvl="0"/>
            <a:r>
              <a:rPr lang="en-US" dirty="0"/>
              <a:t>The default file extension for PHP files is ".</a:t>
            </a:r>
            <a:r>
              <a:rPr lang="en-US" dirty="0" err="1"/>
              <a:t>php</a:t>
            </a:r>
            <a:r>
              <a:rPr lang="en-US" dirty="0"/>
              <a:t>".</a:t>
            </a:r>
          </a:p>
          <a:p>
            <a:pPr lvl="0"/>
            <a:r>
              <a:rPr lang="en-US" dirty="0"/>
              <a:t>A PHP file normally contains HTML tags, and some PHP scripting code.</a:t>
            </a:r>
          </a:p>
          <a:p>
            <a:r>
              <a:rPr lang="en-US" b="1" dirty="0"/>
              <a:t>PHP 5 Variables:</a:t>
            </a:r>
            <a:endParaRPr lang="en-US" dirty="0"/>
          </a:p>
          <a:p>
            <a:pPr lvl="0"/>
            <a:r>
              <a:rPr lang="en-US" dirty="0"/>
              <a:t>Variables are "containers" for storing information:</a:t>
            </a:r>
          </a:p>
          <a:p>
            <a:r>
              <a:rPr lang="en-US" dirty="0"/>
              <a:t>&lt;?</a:t>
            </a:r>
            <a:r>
              <a:rPr lang="en-US" dirty="0" err="1"/>
              <a:t>php</a:t>
            </a:r>
            <a:br>
              <a:rPr lang="en-US" dirty="0"/>
            </a:br>
            <a:r>
              <a:rPr lang="en-US" dirty="0"/>
              <a:t>$x=5;</a:t>
            </a:r>
            <a:br>
              <a:rPr lang="en-US" dirty="0"/>
            </a:br>
            <a:r>
              <a:rPr lang="en-US" dirty="0"/>
              <a:t>$y=6;</a:t>
            </a:r>
            <a:br>
              <a:rPr lang="en-US" dirty="0"/>
            </a:br>
            <a:r>
              <a:rPr lang="en-US" dirty="0"/>
              <a:t>$z=$x+$y;</a:t>
            </a:r>
            <a:br>
              <a:rPr lang="en-US" dirty="0"/>
            </a:br>
            <a:r>
              <a:rPr lang="en-US" dirty="0"/>
              <a:t>echo $z;</a:t>
            </a:r>
            <a:br>
              <a:rPr lang="en-US" dirty="0"/>
            </a:br>
            <a:r>
              <a:rPr lang="en-US" dirty="0"/>
              <a:t>?&gt;</a:t>
            </a:r>
          </a:p>
          <a:p>
            <a:pPr lvl="0"/>
            <a:r>
              <a:rPr lang="en-US" dirty="0"/>
              <a:t>As with algebra, PHP variables can be used to hold values (x=5) or expressions (z=</a:t>
            </a:r>
            <a:r>
              <a:rPr lang="en-US" dirty="0" err="1"/>
              <a:t>x+y</a:t>
            </a:r>
            <a:r>
              <a:rPr lang="en-US" dirty="0"/>
              <a:t>).</a:t>
            </a:r>
          </a:p>
          <a:p>
            <a:r>
              <a:rPr lang="en-US" dirty="0"/>
              <a:t>A variable can have a short name (like x and y) or a more descriptive name (age, </a:t>
            </a:r>
            <a:r>
              <a:rPr lang="en-US" dirty="0" err="1"/>
              <a:t>carname</a:t>
            </a:r>
            <a:r>
              <a:rPr lang="en-US" dirty="0"/>
              <a:t>, </a:t>
            </a:r>
            <a:r>
              <a:rPr lang="en-US" dirty="0" err="1"/>
              <a:t>total_volume</a:t>
            </a:r>
            <a:r>
              <a:rPr lang="en-US" dirty="0"/>
              <a:t>)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69836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PHP Variables Scope:</a:t>
            </a:r>
            <a:endParaRPr lang="ar-S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In PHP, variables can be declared anywhere in the script.</a:t>
            </a:r>
          </a:p>
          <a:p>
            <a:pPr marL="0" lvl="0" indent="0">
              <a:buNone/>
            </a:pPr>
            <a:r>
              <a:rPr lang="en-US" dirty="0"/>
              <a:t>The scope of a variable is the part of the script where the variable can be referenced/used.</a:t>
            </a:r>
          </a:p>
          <a:p>
            <a:pPr marL="0" indent="0">
              <a:buNone/>
            </a:pPr>
            <a:r>
              <a:rPr lang="en-US" dirty="0"/>
              <a:t>PHP has three different variable scopes:</a:t>
            </a:r>
          </a:p>
          <a:p>
            <a:pPr lvl="0"/>
            <a:r>
              <a:rPr lang="en-US" dirty="0"/>
              <a:t>local</a:t>
            </a:r>
          </a:p>
          <a:p>
            <a:pPr lvl="0"/>
            <a:r>
              <a:rPr lang="en-US" dirty="0"/>
              <a:t>global</a:t>
            </a:r>
          </a:p>
          <a:p>
            <a:r>
              <a:rPr lang="en-US" dirty="0"/>
              <a:t>static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6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858290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تكامل">
  <a:themeElements>
    <a:clrScheme name="تكامل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تكامل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تكامل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121</TotalTime>
  <Words>501</Words>
  <Application>Microsoft Office PowerPoint</Application>
  <PresentationFormat>شاشة عريضة</PresentationFormat>
  <Paragraphs>61</Paragraphs>
  <Slides>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10" baseType="lpstr">
      <vt:lpstr>Calibri</vt:lpstr>
      <vt:lpstr>Tw Cen MT</vt:lpstr>
      <vt:lpstr>Tw Cen MT Condensed</vt:lpstr>
      <vt:lpstr>Wingdings 3</vt:lpstr>
      <vt:lpstr>تكامل</vt:lpstr>
      <vt:lpstr>Internet Technologies MIS-341-4</vt:lpstr>
      <vt:lpstr>Introduction to PHP</vt:lpstr>
      <vt:lpstr>PHP:</vt:lpstr>
      <vt:lpstr>PHP:</vt:lpstr>
      <vt:lpstr>PHP Variables Scope:</vt:lpstr>
    </vt:vector>
  </TitlesOfParts>
  <Company>KING KHALID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Technologies</dc:title>
  <dc:creator>MUHAMMAD DILDAR</dc:creator>
  <cp:lastModifiedBy>Raghad Asiri</cp:lastModifiedBy>
  <cp:revision>17</cp:revision>
  <dcterms:created xsi:type="dcterms:W3CDTF">2022-12-13T07:08:36Z</dcterms:created>
  <dcterms:modified xsi:type="dcterms:W3CDTF">2024-09-14T15:19:03Z</dcterms:modified>
</cp:coreProperties>
</file>