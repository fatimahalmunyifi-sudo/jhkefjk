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77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er ltag" userId="83a4243e0f7a2aa8" providerId="LiveId" clId="{0654F94F-B183-47B9-AE01-24BFD7DCD9BB}"/>
    <pc:docChg chg="undo custSel modSld">
      <pc:chgData name="omer ltag" userId="83a4243e0f7a2aa8" providerId="LiveId" clId="{0654F94F-B183-47B9-AE01-24BFD7DCD9BB}" dt="2025-02-23T09:26:34.682" v="115" actId="14100"/>
      <pc:docMkLst>
        <pc:docMk/>
      </pc:docMkLst>
      <pc:sldChg chg="delSp modSp mod">
        <pc:chgData name="omer ltag" userId="83a4243e0f7a2aa8" providerId="LiveId" clId="{0654F94F-B183-47B9-AE01-24BFD7DCD9BB}" dt="2025-02-23T09:23:04.196" v="57" actId="1036"/>
        <pc:sldMkLst>
          <pc:docMk/>
          <pc:sldMk cId="1455254733" sldId="260"/>
        </pc:sldMkLst>
        <pc:spChg chg="mod">
          <ac:chgData name="omer ltag" userId="83a4243e0f7a2aa8" providerId="LiveId" clId="{0654F94F-B183-47B9-AE01-24BFD7DCD9BB}" dt="2025-02-23T09:20:40.021" v="0" actId="1076"/>
          <ac:spMkLst>
            <pc:docMk/>
            <pc:sldMk cId="1455254733" sldId="260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3:04.196" v="57" actId="1036"/>
          <ac:spMkLst>
            <pc:docMk/>
            <pc:sldMk cId="1455254733" sldId="260"/>
            <ac:spMk id="3" creationId="{00000000-0000-0000-0000-000000000000}"/>
          </ac:spMkLst>
        </pc:spChg>
        <pc:spChg chg="del">
          <ac:chgData name="omer ltag" userId="83a4243e0f7a2aa8" providerId="LiveId" clId="{0654F94F-B183-47B9-AE01-24BFD7DCD9BB}" dt="2025-02-23T09:21:00.410" v="3" actId="478"/>
          <ac:spMkLst>
            <pc:docMk/>
            <pc:sldMk cId="1455254733" sldId="260"/>
            <ac:spMk id="5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3:25.222" v="60" actId="1076"/>
        <pc:sldMkLst>
          <pc:docMk/>
          <pc:sldMk cId="2393401843" sldId="261"/>
        </pc:sldMkLst>
        <pc:spChg chg="mod">
          <ac:chgData name="omer ltag" userId="83a4243e0f7a2aa8" providerId="LiveId" clId="{0654F94F-B183-47B9-AE01-24BFD7DCD9BB}" dt="2025-02-23T09:23:15.001" v="59" actId="14100"/>
          <ac:spMkLst>
            <pc:docMk/>
            <pc:sldMk cId="2393401843" sldId="261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3:25.222" v="60" actId="1076"/>
          <ac:spMkLst>
            <pc:docMk/>
            <pc:sldMk cId="2393401843" sldId="261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3:54.506" v="65" actId="1076"/>
        <pc:sldMkLst>
          <pc:docMk/>
          <pc:sldMk cId="1753570646" sldId="264"/>
        </pc:sldMkLst>
        <pc:spChg chg="mod">
          <ac:chgData name="omer ltag" userId="83a4243e0f7a2aa8" providerId="LiveId" clId="{0654F94F-B183-47B9-AE01-24BFD7DCD9BB}" dt="2025-02-23T09:23:54.506" v="65" actId="1076"/>
          <ac:spMkLst>
            <pc:docMk/>
            <pc:sldMk cId="1753570646" sldId="264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3:40.431" v="62" actId="1076"/>
          <ac:spMkLst>
            <pc:docMk/>
            <pc:sldMk cId="1753570646" sldId="264"/>
            <ac:spMk id="3" creationId="{00000000-0000-0000-0000-000000000000}"/>
          </ac:spMkLst>
        </pc:spChg>
        <pc:spChg chg="mod">
          <ac:chgData name="omer ltag" userId="83a4243e0f7a2aa8" providerId="LiveId" clId="{0654F94F-B183-47B9-AE01-24BFD7DCD9BB}" dt="2025-02-23T09:23:47.212" v="64" actId="1076"/>
          <ac:spMkLst>
            <pc:docMk/>
            <pc:sldMk cId="1753570646" sldId="264"/>
            <ac:spMk id="6" creationId="{948DF562-FBB5-1A7C-643B-36C5913AB3E6}"/>
          </ac:spMkLst>
        </pc:spChg>
      </pc:sldChg>
      <pc:sldChg chg="modSp mod">
        <pc:chgData name="omer ltag" userId="83a4243e0f7a2aa8" providerId="LiveId" clId="{0654F94F-B183-47B9-AE01-24BFD7DCD9BB}" dt="2025-02-23T09:24:12.364" v="67" actId="404"/>
        <pc:sldMkLst>
          <pc:docMk/>
          <pc:sldMk cId="314075662" sldId="267"/>
        </pc:sldMkLst>
        <pc:spChg chg="mod">
          <ac:chgData name="omer ltag" userId="83a4243e0f7a2aa8" providerId="LiveId" clId="{0654F94F-B183-47B9-AE01-24BFD7DCD9BB}" dt="2025-02-23T09:24:12.364" v="67" actId="404"/>
          <ac:spMkLst>
            <pc:docMk/>
            <pc:sldMk cId="314075662" sldId="267"/>
            <ac:spMk id="2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4:35.362" v="98" actId="1038"/>
        <pc:sldMkLst>
          <pc:docMk/>
          <pc:sldMk cId="2877738508" sldId="268"/>
        </pc:sldMkLst>
        <pc:spChg chg="mod">
          <ac:chgData name="omer ltag" userId="83a4243e0f7a2aa8" providerId="LiveId" clId="{0654F94F-B183-47B9-AE01-24BFD7DCD9BB}" dt="2025-02-23T09:21:28.333" v="16" actId="1035"/>
          <ac:spMkLst>
            <pc:docMk/>
            <pc:sldMk cId="2877738508" sldId="268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4:35.362" v="98" actId="1038"/>
          <ac:spMkLst>
            <pc:docMk/>
            <pc:sldMk cId="2877738508" sldId="268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4:59.391" v="100" actId="1076"/>
        <pc:sldMkLst>
          <pc:docMk/>
          <pc:sldMk cId="1881226295" sldId="276"/>
        </pc:sldMkLst>
        <pc:spChg chg="mod">
          <ac:chgData name="omer ltag" userId="83a4243e0f7a2aa8" providerId="LiveId" clId="{0654F94F-B183-47B9-AE01-24BFD7DCD9BB}" dt="2025-02-23T09:24:59.391" v="100" actId="1076"/>
          <ac:spMkLst>
            <pc:docMk/>
            <pc:sldMk cId="1881226295" sldId="276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4:55.379" v="99" actId="1076"/>
          <ac:spMkLst>
            <pc:docMk/>
            <pc:sldMk cId="1881226295" sldId="276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5:45.590" v="109" actId="1076"/>
        <pc:sldMkLst>
          <pc:docMk/>
          <pc:sldMk cId="3187624193" sldId="277"/>
        </pc:sldMkLst>
        <pc:spChg chg="mod">
          <ac:chgData name="omer ltag" userId="83a4243e0f7a2aa8" providerId="LiveId" clId="{0654F94F-B183-47B9-AE01-24BFD7DCD9BB}" dt="2025-02-23T09:25:45.590" v="109" actId="1076"/>
          <ac:spMkLst>
            <pc:docMk/>
            <pc:sldMk cId="3187624193" sldId="277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5:39.004" v="108" actId="1076"/>
          <ac:spMkLst>
            <pc:docMk/>
            <pc:sldMk cId="3187624193" sldId="277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5:13.724" v="102" actId="1076"/>
        <pc:sldMkLst>
          <pc:docMk/>
          <pc:sldMk cId="2138071015" sldId="278"/>
        </pc:sldMkLst>
        <pc:spChg chg="mod">
          <ac:chgData name="omer ltag" userId="83a4243e0f7a2aa8" providerId="LiveId" clId="{0654F94F-B183-47B9-AE01-24BFD7DCD9BB}" dt="2025-02-23T09:25:13.724" v="102" actId="1076"/>
          <ac:spMkLst>
            <pc:docMk/>
            <pc:sldMk cId="2138071015" sldId="278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5:09.691" v="101" actId="1076"/>
          <ac:spMkLst>
            <pc:docMk/>
            <pc:sldMk cId="2138071015" sldId="278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5:26.120" v="106" actId="1076"/>
        <pc:sldMkLst>
          <pc:docMk/>
          <pc:sldMk cId="3384960418" sldId="279"/>
        </pc:sldMkLst>
        <pc:spChg chg="mod">
          <ac:chgData name="omer ltag" userId="83a4243e0f7a2aa8" providerId="LiveId" clId="{0654F94F-B183-47B9-AE01-24BFD7DCD9BB}" dt="2025-02-23T09:25:21.831" v="105" actId="404"/>
          <ac:spMkLst>
            <pc:docMk/>
            <pc:sldMk cId="3384960418" sldId="279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5:26.120" v="106" actId="1076"/>
          <ac:spMkLst>
            <pc:docMk/>
            <pc:sldMk cId="3384960418" sldId="279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6:01.744" v="110" actId="1076"/>
        <pc:sldMkLst>
          <pc:docMk/>
          <pc:sldMk cId="3026575582" sldId="281"/>
        </pc:sldMkLst>
        <pc:spChg chg="mod">
          <ac:chgData name="omer ltag" userId="83a4243e0f7a2aa8" providerId="LiveId" clId="{0654F94F-B183-47B9-AE01-24BFD7DCD9BB}" dt="2025-02-23T09:26:01.744" v="110" actId="1076"/>
          <ac:spMkLst>
            <pc:docMk/>
            <pc:sldMk cId="3026575582" sldId="281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6:08.225" v="111" actId="1076"/>
        <pc:sldMkLst>
          <pc:docMk/>
          <pc:sldMk cId="1132881844" sldId="282"/>
        </pc:sldMkLst>
        <pc:spChg chg="mod">
          <ac:chgData name="omer ltag" userId="83a4243e0f7a2aa8" providerId="LiveId" clId="{0654F94F-B183-47B9-AE01-24BFD7DCD9BB}" dt="2025-02-23T09:26:08.225" v="111" actId="1076"/>
          <ac:spMkLst>
            <pc:docMk/>
            <pc:sldMk cId="1132881844" sldId="282"/>
            <ac:spMk id="2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6:22.421" v="113" actId="1076"/>
        <pc:sldMkLst>
          <pc:docMk/>
          <pc:sldMk cId="3889428844" sldId="285"/>
        </pc:sldMkLst>
        <pc:spChg chg="mod">
          <ac:chgData name="omer ltag" userId="83a4243e0f7a2aa8" providerId="LiveId" clId="{0654F94F-B183-47B9-AE01-24BFD7DCD9BB}" dt="2025-02-23T09:26:22.421" v="113" actId="1076"/>
          <ac:spMkLst>
            <pc:docMk/>
            <pc:sldMk cId="3889428844" sldId="285"/>
            <ac:spMk id="2" creationId="{00000000-0000-0000-0000-000000000000}"/>
          </ac:spMkLst>
        </pc:spChg>
        <pc:spChg chg="mod">
          <ac:chgData name="omer ltag" userId="83a4243e0f7a2aa8" providerId="LiveId" clId="{0654F94F-B183-47B9-AE01-24BFD7DCD9BB}" dt="2025-02-23T09:26:18.866" v="112" actId="1076"/>
          <ac:spMkLst>
            <pc:docMk/>
            <pc:sldMk cId="3889428844" sldId="285"/>
            <ac:spMk id="3" creationId="{00000000-0000-0000-0000-000000000000}"/>
          </ac:spMkLst>
        </pc:spChg>
      </pc:sldChg>
      <pc:sldChg chg="modSp mod">
        <pc:chgData name="omer ltag" userId="83a4243e0f7a2aa8" providerId="LiveId" clId="{0654F94F-B183-47B9-AE01-24BFD7DCD9BB}" dt="2025-02-23T09:26:34.682" v="115" actId="14100"/>
        <pc:sldMkLst>
          <pc:docMk/>
          <pc:sldMk cId="1515093197" sldId="287"/>
        </pc:sldMkLst>
        <pc:spChg chg="mod">
          <ac:chgData name="omer ltag" userId="83a4243e0f7a2aa8" providerId="LiveId" clId="{0654F94F-B183-47B9-AE01-24BFD7DCD9BB}" dt="2025-02-23T09:26:34.682" v="115" actId="14100"/>
          <ac:spMkLst>
            <pc:docMk/>
            <pc:sldMk cId="1515093197" sldId="287"/>
            <ac:spMk id="3" creationId="{00000000-0000-0000-0000-000000000000}"/>
          </ac:spMkLst>
        </pc:spChg>
      </pc:sldChg>
    </pc:docChg>
  </pc:docChgLst>
  <pc:docChgLst>
    <pc:chgData name="Raghad Asiri" userId="02591a92edc1e609" providerId="LiveId" clId="{555EC2A4-886D-4C32-BAF8-4CBACEB31D8C}"/>
    <pc:docChg chg="custSel modSld">
      <pc:chgData name="Raghad Asiri" userId="02591a92edc1e609" providerId="LiveId" clId="{555EC2A4-886D-4C32-BAF8-4CBACEB31D8C}" dt="2024-09-14T15:20:11.387" v="9" actId="27636"/>
      <pc:docMkLst>
        <pc:docMk/>
      </pc:docMkLst>
      <pc:sldChg chg="modSp">
        <pc:chgData name="Raghad Asiri" userId="02591a92edc1e609" providerId="LiveId" clId="{555EC2A4-886D-4C32-BAF8-4CBACEB31D8C}" dt="2024-09-14T15:20:11.093" v="0"/>
        <pc:sldMkLst>
          <pc:docMk/>
          <pc:sldMk cId="603625458" sldId="256"/>
        </pc:sldMkLst>
      </pc:sldChg>
      <pc:sldChg chg="modSp mod">
        <pc:chgData name="Raghad Asiri" userId="02591a92edc1e609" providerId="LiveId" clId="{555EC2A4-886D-4C32-BAF8-4CBACEB31D8C}" dt="2024-09-14T15:20:11.227" v="1" actId="27636"/>
        <pc:sldMkLst>
          <pc:docMk/>
          <pc:sldMk cId="416200874" sldId="257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4085586363" sldId="258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999140440" sldId="259"/>
        </pc:sldMkLst>
      </pc:sldChg>
      <pc:sldChg chg="modSp mod">
        <pc:chgData name="Raghad Asiri" userId="02591a92edc1e609" providerId="LiveId" clId="{555EC2A4-886D-4C32-BAF8-4CBACEB31D8C}" dt="2024-09-14T15:20:11.262" v="2" actId="27636"/>
        <pc:sldMkLst>
          <pc:docMk/>
          <pc:sldMk cId="1455254733" sldId="260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393401843" sldId="261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678797358" sldId="262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778814791" sldId="263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1753570646" sldId="264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337400066" sldId="265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340750065" sldId="266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314075662" sldId="267"/>
        </pc:sldMkLst>
      </pc:sldChg>
      <pc:sldChg chg="modSp mod">
        <pc:chgData name="Raghad Asiri" userId="02591a92edc1e609" providerId="LiveId" clId="{555EC2A4-886D-4C32-BAF8-4CBACEB31D8C}" dt="2024-09-14T15:20:11.306" v="3" actId="27636"/>
        <pc:sldMkLst>
          <pc:docMk/>
          <pc:sldMk cId="2877738508" sldId="268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896015242" sldId="269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4261232636" sldId="270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1983220965" sldId="271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09276635" sldId="272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1088379631" sldId="273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3759651063" sldId="274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337198755" sldId="275"/>
        </pc:sldMkLst>
      </pc:sldChg>
      <pc:sldChg chg="modSp mod">
        <pc:chgData name="Raghad Asiri" userId="02591a92edc1e609" providerId="LiveId" clId="{555EC2A4-886D-4C32-BAF8-4CBACEB31D8C}" dt="2024-09-14T15:20:11.326" v="4" actId="27636"/>
        <pc:sldMkLst>
          <pc:docMk/>
          <pc:sldMk cId="1881226295" sldId="276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3187624193" sldId="277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138071015" sldId="278"/>
        </pc:sldMkLst>
      </pc:sldChg>
      <pc:sldChg chg="modSp mod">
        <pc:chgData name="Raghad Asiri" userId="02591a92edc1e609" providerId="LiveId" clId="{555EC2A4-886D-4C32-BAF8-4CBACEB31D8C}" dt="2024-09-14T15:20:11.334" v="5" actId="27636"/>
        <pc:sldMkLst>
          <pc:docMk/>
          <pc:sldMk cId="3384960418" sldId="279"/>
        </pc:sldMkLst>
      </pc:sldChg>
      <pc:sldChg chg="modSp mod">
        <pc:chgData name="Raghad Asiri" userId="02591a92edc1e609" providerId="LiveId" clId="{555EC2A4-886D-4C32-BAF8-4CBACEB31D8C}" dt="2024-09-14T15:20:11.336" v="6" actId="27636"/>
        <pc:sldMkLst>
          <pc:docMk/>
          <pc:sldMk cId="1322432056" sldId="280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3026575582" sldId="281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1132881844" sldId="282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2167940379" sldId="283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1758802212" sldId="284"/>
        </pc:sldMkLst>
      </pc:sldChg>
      <pc:sldChg chg="modSp mod">
        <pc:chgData name="Raghad Asiri" userId="02591a92edc1e609" providerId="LiveId" clId="{555EC2A4-886D-4C32-BAF8-4CBACEB31D8C}" dt="2024-09-14T15:20:11.358" v="7" actId="27636"/>
        <pc:sldMkLst>
          <pc:docMk/>
          <pc:sldMk cId="3889428844" sldId="285"/>
        </pc:sldMkLst>
      </pc:sldChg>
      <pc:sldChg chg="modSp">
        <pc:chgData name="Raghad Asiri" userId="02591a92edc1e609" providerId="LiveId" clId="{555EC2A4-886D-4C32-BAF8-4CBACEB31D8C}" dt="2024-09-14T15:20:11.093" v="0"/>
        <pc:sldMkLst>
          <pc:docMk/>
          <pc:sldMk cId="1098290446" sldId="286"/>
        </pc:sldMkLst>
      </pc:sldChg>
      <pc:sldChg chg="modSp mod">
        <pc:chgData name="Raghad Asiri" userId="02591a92edc1e609" providerId="LiveId" clId="{555EC2A4-886D-4C32-BAF8-4CBACEB31D8C}" dt="2024-09-14T15:20:11.378" v="8" actId="27636"/>
        <pc:sldMkLst>
          <pc:docMk/>
          <pc:sldMk cId="1515093197" sldId="287"/>
        </pc:sldMkLst>
      </pc:sldChg>
      <pc:sldChg chg="modSp mod">
        <pc:chgData name="Raghad Asiri" userId="02591a92edc1e609" providerId="LiveId" clId="{555EC2A4-886D-4C32-BAF8-4CBACEB31D8C}" dt="2024-09-14T15:20:11.387" v="9" actId="27636"/>
        <pc:sldMkLst>
          <pc:docMk/>
          <pc:sldMk cId="3834438703" sldId="288"/>
        </pc:sldMkLst>
      </pc:sldChg>
    </pc:docChg>
  </pc:docChgLst>
  <pc:docChgLst>
    <pc:chgData name="omer ltag" userId="83a4243e0f7a2aa8" providerId="LiveId" clId="{698C9C96-0291-4FAA-B652-B3ACF4CCA826}"/>
    <pc:docChg chg="undo redo custSel modSld">
      <pc:chgData name="omer ltag" userId="83a4243e0f7a2aa8" providerId="LiveId" clId="{698C9C96-0291-4FAA-B652-B3ACF4CCA826}" dt="2025-02-06T19:39:52.653" v="113" actId="14100"/>
      <pc:docMkLst>
        <pc:docMk/>
      </pc:docMkLst>
      <pc:sldChg chg="addSp delSp modSp mod">
        <pc:chgData name="omer ltag" userId="83a4243e0f7a2aa8" providerId="LiveId" clId="{698C9C96-0291-4FAA-B652-B3ACF4CCA826}" dt="2025-02-06T19:34:47.281" v="25" actId="1076"/>
        <pc:sldMkLst>
          <pc:docMk/>
          <pc:sldMk cId="1753570646" sldId="264"/>
        </pc:sldMkLst>
        <pc:spChg chg="mod">
          <ac:chgData name="omer ltag" userId="83a4243e0f7a2aa8" providerId="LiveId" clId="{698C9C96-0291-4FAA-B652-B3ACF4CCA826}" dt="2025-02-06T19:32:29.474" v="1" actId="1076"/>
          <ac:spMkLst>
            <pc:docMk/>
            <pc:sldMk cId="1753570646" sldId="264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4:42.804" v="24" actId="1076"/>
          <ac:spMkLst>
            <pc:docMk/>
            <pc:sldMk cId="1753570646" sldId="264"/>
            <ac:spMk id="3" creationId="{00000000-0000-0000-0000-000000000000}"/>
          </ac:spMkLst>
        </pc:spChg>
        <pc:spChg chg="add mod">
          <ac:chgData name="omer ltag" userId="83a4243e0f7a2aa8" providerId="LiveId" clId="{698C9C96-0291-4FAA-B652-B3ACF4CCA826}" dt="2025-02-06T19:34:47.281" v="25" actId="1076"/>
          <ac:spMkLst>
            <pc:docMk/>
            <pc:sldMk cId="1753570646" sldId="264"/>
            <ac:spMk id="6" creationId="{948DF562-FBB5-1A7C-643B-36C5913AB3E6}"/>
          </ac:spMkLst>
        </pc:spChg>
      </pc:sldChg>
      <pc:sldChg chg="modSp mod">
        <pc:chgData name="omer ltag" userId="83a4243e0f7a2aa8" providerId="LiveId" clId="{698C9C96-0291-4FAA-B652-B3ACF4CCA826}" dt="2025-02-06T19:35:07.716" v="29" actId="404"/>
        <pc:sldMkLst>
          <pc:docMk/>
          <pc:sldMk cId="337400066" sldId="265"/>
        </pc:sldMkLst>
        <pc:spChg chg="mod">
          <ac:chgData name="omer ltag" userId="83a4243e0f7a2aa8" providerId="LiveId" clId="{698C9C96-0291-4FAA-B652-B3ACF4CCA826}" dt="2025-02-06T19:35:07.716" v="29" actId="404"/>
          <ac:spMkLst>
            <pc:docMk/>
            <pc:sldMk cId="337400066" sldId="265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4:58.039" v="26" actId="1076"/>
          <ac:spMkLst>
            <pc:docMk/>
            <pc:sldMk cId="337400066" sldId="265"/>
            <ac:spMk id="3" creationId="{00000000-0000-0000-0000-000000000000}"/>
          </ac:spMkLst>
        </pc:spChg>
      </pc:sldChg>
      <pc:sldChg chg="modSp mod">
        <pc:chgData name="omer ltag" userId="83a4243e0f7a2aa8" providerId="LiveId" clId="{698C9C96-0291-4FAA-B652-B3ACF4CCA826}" dt="2025-02-06T19:35:33.439" v="32" actId="14100"/>
        <pc:sldMkLst>
          <pc:docMk/>
          <pc:sldMk cId="2896015242" sldId="269"/>
        </pc:sldMkLst>
        <pc:graphicFrameChg chg="mod modGraphic">
          <ac:chgData name="omer ltag" userId="83a4243e0f7a2aa8" providerId="LiveId" clId="{698C9C96-0291-4FAA-B652-B3ACF4CCA826}" dt="2025-02-06T19:35:33.439" v="32" actId="14100"/>
          <ac:graphicFrameMkLst>
            <pc:docMk/>
            <pc:sldMk cId="2896015242" sldId="269"/>
            <ac:graphicFrameMk id="4" creationId="{00000000-0000-0000-0000-000000000000}"/>
          </ac:graphicFrameMkLst>
        </pc:graphicFrameChg>
      </pc:sldChg>
      <pc:sldChg chg="modSp mod">
        <pc:chgData name="omer ltag" userId="83a4243e0f7a2aa8" providerId="LiveId" clId="{698C9C96-0291-4FAA-B652-B3ACF4CCA826}" dt="2025-02-06T19:36:00.470" v="41" actId="14100"/>
        <pc:sldMkLst>
          <pc:docMk/>
          <pc:sldMk cId="4261232636" sldId="270"/>
        </pc:sldMkLst>
        <pc:spChg chg="mod">
          <ac:chgData name="omer ltag" userId="83a4243e0f7a2aa8" providerId="LiveId" clId="{698C9C96-0291-4FAA-B652-B3ACF4CCA826}" dt="2025-02-06T19:35:45.139" v="35" actId="14100"/>
          <ac:spMkLst>
            <pc:docMk/>
            <pc:sldMk cId="4261232636" sldId="270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5:48.420" v="36" actId="1076"/>
          <ac:spMkLst>
            <pc:docMk/>
            <pc:sldMk cId="4261232636" sldId="270"/>
            <ac:spMk id="3" creationId="{00000000-0000-0000-0000-000000000000}"/>
          </ac:spMkLst>
        </pc:spChg>
        <pc:graphicFrameChg chg="mod modGraphic">
          <ac:chgData name="omer ltag" userId="83a4243e0f7a2aa8" providerId="LiveId" clId="{698C9C96-0291-4FAA-B652-B3ACF4CCA826}" dt="2025-02-06T19:36:00.470" v="41" actId="14100"/>
          <ac:graphicFrameMkLst>
            <pc:docMk/>
            <pc:sldMk cId="4261232636" sldId="270"/>
            <ac:graphicFrameMk id="4" creationId="{00000000-0000-0000-0000-000000000000}"/>
          </ac:graphicFrameMkLst>
        </pc:graphicFrameChg>
      </pc:sldChg>
      <pc:sldChg chg="modSp mod">
        <pc:chgData name="omer ltag" userId="83a4243e0f7a2aa8" providerId="LiveId" clId="{698C9C96-0291-4FAA-B652-B3ACF4CCA826}" dt="2025-02-06T19:36:30.337" v="50" actId="14100"/>
        <pc:sldMkLst>
          <pc:docMk/>
          <pc:sldMk cId="1983220965" sldId="271"/>
        </pc:sldMkLst>
        <pc:spChg chg="mod">
          <ac:chgData name="omer ltag" userId="83a4243e0f7a2aa8" providerId="LiveId" clId="{698C9C96-0291-4FAA-B652-B3ACF4CCA826}" dt="2025-02-06T19:36:11.935" v="44" actId="14100"/>
          <ac:spMkLst>
            <pc:docMk/>
            <pc:sldMk cId="1983220965" sldId="271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6:17.271" v="45" actId="1076"/>
          <ac:spMkLst>
            <pc:docMk/>
            <pc:sldMk cId="1983220965" sldId="271"/>
            <ac:spMk id="3" creationId="{00000000-0000-0000-0000-000000000000}"/>
          </ac:spMkLst>
        </pc:spChg>
        <pc:graphicFrameChg chg="mod modGraphic">
          <ac:chgData name="omer ltag" userId="83a4243e0f7a2aa8" providerId="LiveId" clId="{698C9C96-0291-4FAA-B652-B3ACF4CCA826}" dt="2025-02-06T19:36:30.337" v="50" actId="14100"/>
          <ac:graphicFrameMkLst>
            <pc:docMk/>
            <pc:sldMk cId="1983220965" sldId="271"/>
            <ac:graphicFrameMk id="4" creationId="{00000000-0000-0000-0000-000000000000}"/>
          </ac:graphicFrameMkLst>
        </pc:graphicFrameChg>
      </pc:sldChg>
      <pc:sldChg chg="modSp mod">
        <pc:chgData name="omer ltag" userId="83a4243e0f7a2aa8" providerId="LiveId" clId="{698C9C96-0291-4FAA-B652-B3ACF4CCA826}" dt="2025-02-06T19:36:54.607" v="59" actId="14100"/>
        <pc:sldMkLst>
          <pc:docMk/>
          <pc:sldMk cId="209276635" sldId="272"/>
        </pc:sldMkLst>
        <pc:spChg chg="mod">
          <ac:chgData name="omer ltag" userId="83a4243e0f7a2aa8" providerId="LiveId" clId="{698C9C96-0291-4FAA-B652-B3ACF4CCA826}" dt="2025-02-06T19:36:39.346" v="54" actId="27636"/>
          <ac:spMkLst>
            <pc:docMk/>
            <pc:sldMk cId="209276635" sldId="272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6:44.120" v="55" actId="1076"/>
          <ac:spMkLst>
            <pc:docMk/>
            <pc:sldMk cId="209276635" sldId="272"/>
            <ac:spMk id="3" creationId="{00000000-0000-0000-0000-000000000000}"/>
          </ac:spMkLst>
        </pc:spChg>
        <pc:graphicFrameChg chg="mod modGraphic">
          <ac:chgData name="omer ltag" userId="83a4243e0f7a2aa8" providerId="LiveId" clId="{698C9C96-0291-4FAA-B652-B3ACF4CCA826}" dt="2025-02-06T19:36:54.607" v="59" actId="14100"/>
          <ac:graphicFrameMkLst>
            <pc:docMk/>
            <pc:sldMk cId="209276635" sldId="272"/>
            <ac:graphicFrameMk id="4" creationId="{00000000-0000-0000-0000-000000000000}"/>
          </ac:graphicFrameMkLst>
        </pc:graphicFrameChg>
      </pc:sldChg>
      <pc:sldChg chg="modSp mod">
        <pc:chgData name="omer ltag" userId="83a4243e0f7a2aa8" providerId="LiveId" clId="{698C9C96-0291-4FAA-B652-B3ACF4CCA826}" dt="2025-02-06T19:37:17.349" v="68" actId="403"/>
        <pc:sldMkLst>
          <pc:docMk/>
          <pc:sldMk cId="1088379631" sldId="273"/>
        </pc:sldMkLst>
        <pc:spChg chg="mod">
          <ac:chgData name="omer ltag" userId="83a4243e0f7a2aa8" providerId="LiveId" clId="{698C9C96-0291-4FAA-B652-B3ACF4CCA826}" dt="2025-02-06T19:37:03.586" v="61" actId="404"/>
          <ac:spMkLst>
            <pc:docMk/>
            <pc:sldMk cId="1088379631" sldId="273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7:08.348" v="62" actId="1076"/>
          <ac:spMkLst>
            <pc:docMk/>
            <pc:sldMk cId="1088379631" sldId="273"/>
            <ac:spMk id="3" creationId="{00000000-0000-0000-0000-000000000000}"/>
          </ac:spMkLst>
        </pc:spChg>
        <pc:graphicFrameChg chg="mod modGraphic">
          <ac:chgData name="omer ltag" userId="83a4243e0f7a2aa8" providerId="LiveId" clId="{698C9C96-0291-4FAA-B652-B3ACF4CCA826}" dt="2025-02-06T19:37:17.349" v="68" actId="403"/>
          <ac:graphicFrameMkLst>
            <pc:docMk/>
            <pc:sldMk cId="1088379631" sldId="273"/>
            <ac:graphicFrameMk id="4" creationId="{00000000-0000-0000-0000-000000000000}"/>
          </ac:graphicFrameMkLst>
        </pc:graphicFrameChg>
      </pc:sldChg>
      <pc:sldChg chg="modSp mod">
        <pc:chgData name="omer ltag" userId="83a4243e0f7a2aa8" providerId="LiveId" clId="{698C9C96-0291-4FAA-B652-B3ACF4CCA826}" dt="2025-02-06T19:37:35.796" v="74" actId="403"/>
        <pc:sldMkLst>
          <pc:docMk/>
          <pc:sldMk cId="3759651063" sldId="274"/>
        </pc:sldMkLst>
        <pc:spChg chg="mod">
          <ac:chgData name="omer ltag" userId="83a4243e0f7a2aa8" providerId="LiveId" clId="{698C9C96-0291-4FAA-B652-B3ACF4CCA826}" dt="2025-02-06T19:37:24.668" v="69" actId="1076"/>
          <ac:spMkLst>
            <pc:docMk/>
            <pc:sldMk cId="3759651063" sldId="274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7:27.679" v="70" actId="1076"/>
          <ac:spMkLst>
            <pc:docMk/>
            <pc:sldMk cId="3759651063" sldId="274"/>
            <ac:spMk id="3" creationId="{00000000-0000-0000-0000-000000000000}"/>
          </ac:spMkLst>
        </pc:spChg>
        <pc:graphicFrameChg chg="mod modGraphic">
          <ac:chgData name="omer ltag" userId="83a4243e0f7a2aa8" providerId="LiveId" clId="{698C9C96-0291-4FAA-B652-B3ACF4CCA826}" dt="2025-02-06T19:37:35.796" v="74" actId="403"/>
          <ac:graphicFrameMkLst>
            <pc:docMk/>
            <pc:sldMk cId="3759651063" sldId="274"/>
            <ac:graphicFrameMk id="4" creationId="{00000000-0000-0000-0000-000000000000}"/>
          </ac:graphicFrameMkLst>
        </pc:graphicFrameChg>
      </pc:sldChg>
      <pc:sldChg chg="modSp mod">
        <pc:chgData name="omer ltag" userId="83a4243e0f7a2aa8" providerId="LiveId" clId="{698C9C96-0291-4FAA-B652-B3ACF4CCA826}" dt="2025-02-06T19:37:45.621" v="76" actId="14100"/>
        <pc:sldMkLst>
          <pc:docMk/>
          <pc:sldMk cId="2337198755" sldId="275"/>
        </pc:sldMkLst>
        <pc:spChg chg="mod">
          <ac:chgData name="omer ltag" userId="83a4243e0f7a2aa8" providerId="LiveId" clId="{698C9C96-0291-4FAA-B652-B3ACF4CCA826}" dt="2025-02-06T19:37:45.621" v="76" actId="14100"/>
          <ac:spMkLst>
            <pc:docMk/>
            <pc:sldMk cId="2337198755" sldId="275"/>
            <ac:spMk id="3" creationId="{00000000-0000-0000-0000-000000000000}"/>
          </ac:spMkLst>
        </pc:spChg>
      </pc:sldChg>
      <pc:sldChg chg="modSp mod">
        <pc:chgData name="omer ltag" userId="83a4243e0f7a2aa8" providerId="LiveId" clId="{698C9C96-0291-4FAA-B652-B3ACF4CCA826}" dt="2025-02-06T19:38:14.950" v="84" actId="14100"/>
        <pc:sldMkLst>
          <pc:docMk/>
          <pc:sldMk cId="1881226295" sldId="276"/>
        </pc:sldMkLst>
        <pc:spChg chg="mod">
          <ac:chgData name="omer ltag" userId="83a4243e0f7a2aa8" providerId="LiveId" clId="{698C9C96-0291-4FAA-B652-B3ACF4CCA826}" dt="2025-02-06T19:38:07.128" v="82" actId="404"/>
          <ac:spMkLst>
            <pc:docMk/>
            <pc:sldMk cId="1881226295" sldId="276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8:14.950" v="84" actId="14100"/>
          <ac:spMkLst>
            <pc:docMk/>
            <pc:sldMk cId="1881226295" sldId="276"/>
            <ac:spMk id="3" creationId="{00000000-0000-0000-0000-000000000000}"/>
          </ac:spMkLst>
        </pc:spChg>
        <pc:picChg chg="mod">
          <ac:chgData name="omer ltag" userId="83a4243e0f7a2aa8" providerId="LiveId" clId="{698C9C96-0291-4FAA-B652-B3ACF4CCA826}" dt="2025-02-06T19:37:57.943" v="78" actId="14100"/>
          <ac:picMkLst>
            <pc:docMk/>
            <pc:sldMk cId="1881226295" sldId="276"/>
            <ac:picMk id="5" creationId="{00000000-0000-0000-0000-000000000000}"/>
          </ac:picMkLst>
        </pc:picChg>
      </pc:sldChg>
      <pc:sldChg chg="modSp mod">
        <pc:chgData name="omer ltag" userId="83a4243e0f7a2aa8" providerId="LiveId" clId="{698C9C96-0291-4FAA-B652-B3ACF4CCA826}" dt="2025-02-06T19:39:28.493" v="107" actId="1076"/>
        <pc:sldMkLst>
          <pc:docMk/>
          <pc:sldMk cId="3187624193" sldId="277"/>
        </pc:sldMkLst>
        <pc:spChg chg="mod">
          <ac:chgData name="omer ltag" userId="83a4243e0f7a2aa8" providerId="LiveId" clId="{698C9C96-0291-4FAA-B652-B3ACF4CCA826}" dt="2025-02-06T19:39:28.493" v="107" actId="1076"/>
          <ac:spMkLst>
            <pc:docMk/>
            <pc:sldMk cId="3187624193" sldId="277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9:16.788" v="102" actId="404"/>
          <ac:spMkLst>
            <pc:docMk/>
            <pc:sldMk cId="3187624193" sldId="277"/>
            <ac:spMk id="3" creationId="{00000000-0000-0000-0000-000000000000}"/>
          </ac:spMkLst>
        </pc:spChg>
      </pc:sldChg>
      <pc:sldChg chg="modSp mod">
        <pc:chgData name="omer ltag" userId="83a4243e0f7a2aa8" providerId="LiveId" clId="{698C9C96-0291-4FAA-B652-B3ACF4CCA826}" dt="2025-02-06T19:38:56.145" v="95" actId="1076"/>
        <pc:sldMkLst>
          <pc:docMk/>
          <pc:sldMk cId="2138071015" sldId="278"/>
        </pc:sldMkLst>
        <pc:spChg chg="mod">
          <ac:chgData name="omer ltag" userId="83a4243e0f7a2aa8" providerId="LiveId" clId="{698C9C96-0291-4FAA-B652-B3ACF4CCA826}" dt="2025-02-06T19:38:27.369" v="88" actId="14100"/>
          <ac:spMkLst>
            <pc:docMk/>
            <pc:sldMk cId="2138071015" sldId="278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8:40.317" v="92" actId="27636"/>
          <ac:spMkLst>
            <pc:docMk/>
            <pc:sldMk cId="2138071015" sldId="278"/>
            <ac:spMk id="3" creationId="{00000000-0000-0000-0000-000000000000}"/>
          </ac:spMkLst>
        </pc:spChg>
        <pc:picChg chg="mod">
          <ac:chgData name="omer ltag" userId="83a4243e0f7a2aa8" providerId="LiveId" clId="{698C9C96-0291-4FAA-B652-B3ACF4CCA826}" dt="2025-02-06T19:38:56.145" v="95" actId="1076"/>
          <ac:picMkLst>
            <pc:docMk/>
            <pc:sldMk cId="2138071015" sldId="278"/>
            <ac:picMk id="4" creationId="{00000000-0000-0000-0000-000000000000}"/>
          </ac:picMkLst>
        </pc:picChg>
      </pc:sldChg>
      <pc:sldChg chg="modSp mod">
        <pc:chgData name="omer ltag" userId="83a4243e0f7a2aa8" providerId="LiveId" clId="{698C9C96-0291-4FAA-B652-B3ACF4CCA826}" dt="2025-02-06T19:39:52.653" v="113" actId="14100"/>
        <pc:sldMkLst>
          <pc:docMk/>
          <pc:sldMk cId="1322432056" sldId="280"/>
        </pc:sldMkLst>
        <pc:spChg chg="mod">
          <ac:chgData name="omer ltag" userId="83a4243e0f7a2aa8" providerId="LiveId" clId="{698C9C96-0291-4FAA-B652-B3ACF4CCA826}" dt="2025-02-06T19:39:40.123" v="109" actId="404"/>
          <ac:spMkLst>
            <pc:docMk/>
            <pc:sldMk cId="1322432056" sldId="280"/>
            <ac:spMk id="2" creationId="{00000000-0000-0000-0000-000000000000}"/>
          </ac:spMkLst>
        </pc:spChg>
        <pc:spChg chg="mod">
          <ac:chgData name="omer ltag" userId="83a4243e0f7a2aa8" providerId="LiveId" clId="{698C9C96-0291-4FAA-B652-B3ACF4CCA826}" dt="2025-02-06T19:39:52.653" v="113" actId="14100"/>
          <ac:spMkLst>
            <pc:docMk/>
            <pc:sldMk cId="1322432056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D0F27-32B1-4DAA-A81F-1596019C7435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2F57D-9DD0-4FAB-990D-A62304DD34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56471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194958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34568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403985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6174763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550000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4261401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6145578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551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5387064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53074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D362EC7-D06E-43ED-99A7-E2C023752323}" type="datetime1">
              <a:rPr lang="ar-SA" smtClean="0"/>
              <a:pPr/>
              <a:t>25/08/46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72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archive.oreilly.com/pub/a/javascript/2001/04/06/js_history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logs.msdn.com/b/ie/archive/2010/03/18/the-new-javascript-engine-in-internet-explorer-9.asp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chrome/answer/95346?hl=en" TargetMode="External"/><Relationship Id="rId2" Type="http://schemas.openxmlformats.org/officeDocument/2006/relationships/hyperlink" Target="http://windows.microsoft.com/en-in/internet-explorer/download-i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pera.com/computer" TargetMode="External"/><Relationship Id="rId5" Type="http://schemas.openxmlformats.org/officeDocument/2006/relationships/hyperlink" Target="http://support.apple.com/downloads/" TargetMode="External"/><Relationship Id="rId4" Type="http://schemas.openxmlformats.org/officeDocument/2006/relationships/hyperlink" Target="https://www.mozilla.org/en-US/firefox/new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Technologies</a:t>
            </a:r>
            <a:br>
              <a:rPr lang="en-US" dirty="0"/>
            </a:br>
            <a:r>
              <a:rPr lang="en-US" dirty="0"/>
              <a:t>MIS-341-4</a:t>
            </a:r>
            <a:endParaRPr lang="ar-S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r>
              <a:rPr lang="en-US" sz="4400" dirty="0"/>
              <a:t>Chapter 5</a:t>
            </a:r>
            <a:endParaRPr lang="ar-SA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0362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Java Script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JavaScript is a loosely-typed client side scripting language that executes in the user's web browser. A web page without JavaScript is unimaginable today.</a:t>
            </a:r>
          </a:p>
          <a:p>
            <a:pPr marL="0" indent="0" algn="just">
              <a:buNone/>
            </a:pPr>
            <a:r>
              <a:rPr lang="x-none" b="1" dirty="0"/>
              <a:t>JavaScript History:</a:t>
            </a:r>
            <a:endParaRPr lang="en-US" b="1" dirty="0"/>
          </a:p>
          <a:p>
            <a:pPr algn="just"/>
            <a:r>
              <a:rPr lang="en-US" dirty="0"/>
              <a:t>In early 1995, Brendan </a:t>
            </a:r>
            <a:r>
              <a:rPr lang="en-US" dirty="0" err="1"/>
              <a:t>Eich</a:t>
            </a:r>
            <a:r>
              <a:rPr lang="en-US" dirty="0"/>
              <a:t> from Netscape, took charge of design and implementation of a new language for non-java programmers to give access of newly added Java support in Netscape navigator.</a:t>
            </a:r>
          </a:p>
          <a:p>
            <a:pPr algn="just"/>
            <a:r>
              <a:rPr lang="en-US" dirty="0" err="1"/>
              <a:t>Eich</a:t>
            </a:r>
            <a:r>
              <a:rPr lang="en-US" dirty="0"/>
              <a:t> eventually decided that a loosely-typed scripting language suited the environment and audience, web designers and developers who needed to be able to tie into page elements (such as forms, or frames, or images) without a bytecode compiler or knowledge of object-oriented software design. The dynamic nature of the language led to it being named "Live Script" but was quickly renamed to "JavaScript" Know more about </a:t>
            </a:r>
            <a:r>
              <a:rPr lang="en-US" u="sng" dirty="0">
                <a:hlinkClick r:id="rId2"/>
              </a:rPr>
              <a:t>JavaScript history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620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JavaScript Engine: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6368"/>
          </a:xfrm>
        </p:spPr>
        <p:txBody>
          <a:bodyPr/>
          <a:lstStyle/>
          <a:p>
            <a:pPr algn="just"/>
            <a:r>
              <a:rPr lang="en-US" dirty="0"/>
              <a:t>JavaScript engine in the browser interprets, compiles and executes JavaScript code which is in a web page. It does memory management, JIT compilation, type system etc. Each browser includes different JavaScript engines.</a:t>
            </a:r>
          </a:p>
          <a:p>
            <a:endParaRPr lang="ar-SA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</a:t>
            </a:fld>
            <a:endParaRPr lang="ar-SA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358114"/>
              </p:ext>
            </p:extLst>
          </p:nvPr>
        </p:nvGraphicFramePr>
        <p:xfrm>
          <a:off x="2344189" y="3589722"/>
          <a:ext cx="6101541" cy="2794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6246">
                  <a:extLst>
                    <a:ext uri="{9D8B030D-6E8A-4147-A177-3AD203B41FA5}">
                      <a16:colId xmlns:a16="http://schemas.microsoft.com/office/drawing/2014/main" val="2487146737"/>
                    </a:ext>
                  </a:extLst>
                </a:gridCol>
                <a:gridCol w="4075295">
                  <a:extLst>
                    <a:ext uri="{9D8B030D-6E8A-4147-A177-3AD203B41FA5}">
                      <a16:colId xmlns:a16="http://schemas.microsoft.com/office/drawing/2014/main" val="2390922162"/>
                    </a:ext>
                  </a:extLst>
                </a:gridCol>
              </a:tblGrid>
              <a:tr h="4238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 dirty="0">
                          <a:effectLst/>
                        </a:rPr>
                        <a:t>Browser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JavaScript Engine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 anchor="b"/>
                </a:tc>
                <a:extLst>
                  <a:ext uri="{0D108BD9-81ED-4DB2-BD59-A6C34878D82A}">
                    <a16:rowId xmlns:a16="http://schemas.microsoft.com/office/drawing/2014/main" val="1265602584"/>
                  </a:ext>
                </a:extLst>
              </a:tr>
              <a:tr h="6810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Internet Explorer v9.0+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 u="sng" dirty="0">
                          <a:effectLst/>
                          <a:hlinkClick r:id="rId2"/>
                        </a:rPr>
                        <a:t>Chakra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02381368"/>
                  </a:ext>
                </a:extLst>
              </a:tr>
              <a:tr h="4238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Chrome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V8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54266551"/>
                  </a:ext>
                </a:extLst>
              </a:tr>
              <a:tr h="4238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Firefox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JagerMonkey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01451462"/>
                  </a:ext>
                </a:extLst>
              </a:tr>
              <a:tr h="4345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Opera v 14+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V8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21184271"/>
                  </a:ext>
                </a:extLst>
              </a:tr>
              <a:tr h="4071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Safari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 dirty="0">
                          <a:effectLst/>
                        </a:rPr>
                        <a:t>JavaScript Core (Nitro)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35119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58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dirty="0"/>
              <a:t>Advantages of JavaScript: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JavaScript is easy to learn.</a:t>
            </a:r>
          </a:p>
          <a:p>
            <a:pPr lvl="0" algn="just"/>
            <a:r>
              <a:rPr lang="en-US" dirty="0"/>
              <a:t>It executes on client's browser, so eliminates server side processing.</a:t>
            </a:r>
          </a:p>
          <a:p>
            <a:pPr lvl="0" algn="just"/>
            <a:r>
              <a:rPr lang="en-US" dirty="0"/>
              <a:t>It executes on any OS.</a:t>
            </a:r>
          </a:p>
          <a:p>
            <a:pPr lvl="0" algn="just"/>
            <a:r>
              <a:rPr lang="en-US" dirty="0"/>
              <a:t>JavaScript can be used with any type of web page e.g. PHP, ASP.NET, Perl etc.</a:t>
            </a:r>
          </a:p>
          <a:p>
            <a:pPr lvl="0" algn="just"/>
            <a:r>
              <a:rPr lang="en-US" dirty="0"/>
              <a:t>Performance of web page increases due to client side execution.</a:t>
            </a:r>
          </a:p>
          <a:p>
            <a:pPr lvl="0" algn="just"/>
            <a:r>
              <a:rPr lang="en-US" dirty="0"/>
              <a:t>JavaScript code can be minified to decrease loading time from server.</a:t>
            </a:r>
          </a:p>
          <a:p>
            <a:pPr algn="just"/>
            <a:r>
              <a:rPr lang="en-US" dirty="0"/>
              <a:t>Many JavaScript based application frameworks are available in the market to create Single page web applications e.g. </a:t>
            </a:r>
            <a:r>
              <a:rPr lang="en-US" dirty="0" err="1"/>
              <a:t>ExtJS</a:t>
            </a:r>
            <a:r>
              <a:rPr lang="en-US" dirty="0"/>
              <a:t>, AngularJS, </a:t>
            </a:r>
            <a:r>
              <a:rPr lang="en-US" dirty="0" err="1"/>
              <a:t>KnockoutJS</a:t>
            </a:r>
            <a:r>
              <a:rPr lang="en-US" dirty="0"/>
              <a:t> etc.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9914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854" y="232290"/>
            <a:ext cx="9720072" cy="1499616"/>
          </a:xfrm>
        </p:spPr>
        <p:txBody>
          <a:bodyPr>
            <a:normAutofit/>
          </a:bodyPr>
          <a:lstStyle/>
          <a:p>
            <a:r>
              <a:rPr lang="en-US" sz="4000" b="1" dirty="0"/>
              <a:t>Setup Development Environment for JavaScript: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36" y="1710554"/>
            <a:ext cx="10611853" cy="478421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2900" dirty="0"/>
              <a:t>In order to work with JavaScript, you need to install the following tools:</a:t>
            </a:r>
          </a:p>
          <a:p>
            <a:pPr lvl="0" algn="just"/>
            <a:r>
              <a:rPr lang="en-US" sz="2900" dirty="0"/>
              <a:t>Browser</a:t>
            </a:r>
          </a:p>
          <a:p>
            <a:pPr lvl="0" algn="just"/>
            <a:r>
              <a:rPr lang="en-US" sz="2900" dirty="0"/>
              <a:t>Editor</a:t>
            </a:r>
          </a:p>
          <a:p>
            <a:pPr marL="0" indent="0" algn="just">
              <a:buNone/>
            </a:pPr>
            <a:r>
              <a:rPr lang="x-none" sz="2900" b="1" dirty="0"/>
              <a:t>Browser:</a:t>
            </a:r>
            <a:endParaRPr lang="en-US" sz="2900" b="1" dirty="0"/>
          </a:p>
          <a:p>
            <a:pPr algn="just"/>
            <a:r>
              <a:rPr lang="en-US" sz="2900" dirty="0"/>
              <a:t>You can install any browser as per your preference e.g. </a:t>
            </a:r>
            <a:r>
              <a:rPr lang="en-US" sz="2900" u="sng" dirty="0">
                <a:hlinkClick r:id="rId2"/>
              </a:rPr>
              <a:t>Internet Explorer</a:t>
            </a:r>
            <a:r>
              <a:rPr lang="en-US" sz="2900" dirty="0"/>
              <a:t>, </a:t>
            </a:r>
            <a:r>
              <a:rPr lang="en-US" sz="2900" u="sng" dirty="0">
                <a:hlinkClick r:id="rId3"/>
              </a:rPr>
              <a:t>Chrome</a:t>
            </a:r>
            <a:r>
              <a:rPr lang="en-US" sz="2900" dirty="0"/>
              <a:t>, </a:t>
            </a:r>
            <a:r>
              <a:rPr lang="en-US" sz="2900" u="sng" dirty="0" err="1">
                <a:hlinkClick r:id="rId4"/>
              </a:rPr>
              <a:t>FireFox</a:t>
            </a:r>
            <a:r>
              <a:rPr lang="en-US" sz="2900" dirty="0"/>
              <a:t>, </a:t>
            </a:r>
            <a:r>
              <a:rPr lang="en-US" sz="2900" u="sng" dirty="0">
                <a:hlinkClick r:id="rId5"/>
              </a:rPr>
              <a:t>Safari</a:t>
            </a:r>
            <a:r>
              <a:rPr lang="en-US" sz="2900" dirty="0"/>
              <a:t>, </a:t>
            </a:r>
            <a:r>
              <a:rPr lang="en-US" sz="2900" u="sng" dirty="0">
                <a:hlinkClick r:id="rId6"/>
              </a:rPr>
              <a:t>Opera</a:t>
            </a:r>
            <a:r>
              <a:rPr lang="en-US" sz="2900" dirty="0"/>
              <a:t> etc. JavaScript works on any web browser on any OS.</a:t>
            </a:r>
          </a:p>
          <a:p>
            <a:pPr marL="0" indent="0" algn="just">
              <a:buNone/>
            </a:pPr>
            <a:r>
              <a:rPr lang="x-none" sz="2900" b="1" dirty="0"/>
              <a:t>Editor:</a:t>
            </a:r>
            <a:endParaRPr lang="en-US" sz="2900" b="1" dirty="0"/>
          </a:p>
          <a:p>
            <a:pPr algn="just"/>
            <a:r>
              <a:rPr lang="en-US" sz="2900" dirty="0"/>
              <a:t>You can write JavaScript code using a simple editor like Notepad. However, you can also install any open source or licensed IDE in order to get IntelliSense support for JavaScript and syntax error/warning highlighter e.g. Visual Studio, </a:t>
            </a:r>
            <a:r>
              <a:rPr lang="en-US" sz="2900" dirty="0" err="1"/>
              <a:t>Aptana</a:t>
            </a:r>
            <a:r>
              <a:rPr lang="en-US" sz="2900" dirty="0"/>
              <a:t>, Eclipse etc.</a:t>
            </a:r>
          </a:p>
          <a:p>
            <a:pPr algn="just"/>
            <a:r>
              <a:rPr lang="en-US" sz="2900" dirty="0"/>
              <a:t>Prefer an editor which has built-in features of IntelliSense support and syntax error highlighter for speedy development.</a:t>
            </a:r>
          </a:p>
          <a:p>
            <a:pPr lvl="0" algn="just"/>
            <a:r>
              <a:rPr lang="en-US" sz="2900" dirty="0"/>
              <a:t>JavaScript code must be written within &lt;script&gt; tag.</a:t>
            </a:r>
          </a:p>
          <a:p>
            <a:pPr lvl="0" algn="just"/>
            <a:r>
              <a:rPr lang="en-US" sz="2900" dirty="0"/>
              <a:t>External JavaScript file (.</a:t>
            </a:r>
            <a:r>
              <a:rPr lang="en-US" sz="2900" dirty="0" err="1"/>
              <a:t>js</a:t>
            </a:r>
            <a:r>
              <a:rPr lang="en-US" sz="2900" dirty="0"/>
              <a:t>) can be referenced using &lt;script </a:t>
            </a:r>
            <a:r>
              <a:rPr lang="en-US" sz="2900" dirty="0" err="1"/>
              <a:t>src</a:t>
            </a:r>
            <a:r>
              <a:rPr lang="en-US" sz="2900" dirty="0"/>
              <a:t>="/PathToScriptFile.js"&gt;&lt;/script&gt; where </a:t>
            </a:r>
            <a:r>
              <a:rPr lang="en-US" sz="2900" dirty="0" err="1"/>
              <a:t>src</a:t>
            </a:r>
            <a:r>
              <a:rPr lang="en-US" sz="2900" dirty="0"/>
              <a:t> attribute is used to specify the full path of .</a:t>
            </a:r>
            <a:r>
              <a:rPr lang="en-US" sz="2900" dirty="0" err="1"/>
              <a:t>js</a:t>
            </a:r>
            <a:r>
              <a:rPr lang="en-US" sz="2900" dirty="0"/>
              <a:t> file.</a:t>
            </a:r>
          </a:p>
          <a:p>
            <a:pPr lvl="0" algn="just"/>
            <a:r>
              <a:rPr lang="en-US" sz="2900" dirty="0"/>
              <a:t>Html5 standard does not required type="text/java script" attribute, whereas prior html standards requires type attribute.</a:t>
            </a:r>
          </a:p>
          <a:p>
            <a:pPr lvl="0" algn="just"/>
            <a:r>
              <a:rPr lang="en-US" sz="2900" dirty="0"/>
              <a:t>The &lt;script&gt; tag can be added into &lt;head&gt; or &lt;body&gt; tag.</a:t>
            </a:r>
          </a:p>
          <a:p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5525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319" y="448887"/>
            <a:ext cx="9720072" cy="898650"/>
          </a:xfrm>
        </p:spPr>
        <p:txBody>
          <a:bodyPr/>
          <a:lstStyle/>
          <a:p>
            <a:r>
              <a:rPr lang="en-US" dirty="0"/>
              <a:t>Java code: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566" y="1608050"/>
            <a:ext cx="10515600" cy="4862946"/>
          </a:xfrm>
        </p:spPr>
        <p:txBody>
          <a:bodyPr>
            <a:normAutofit fontScale="62500" lnSpcReduction="20000"/>
          </a:bodyPr>
          <a:lstStyle/>
          <a:p>
            <a:pPr lvl="0" algn="just"/>
            <a:r>
              <a:rPr lang="en-US" sz="3400" dirty="0"/>
              <a:t>The script included into &lt;head&gt; tag may not be able to access DOM elements because &lt;head&gt; loads before &lt;body&gt;. Write script before ending of &lt;/body&gt; tag if script code needs to access DOM elements.</a:t>
            </a:r>
          </a:p>
          <a:p>
            <a:pPr lvl="0" algn="just"/>
            <a:r>
              <a:rPr lang="en-US" sz="3400" dirty="0"/>
              <a:t>JavaScript uses Unicode character set.</a:t>
            </a:r>
          </a:p>
          <a:p>
            <a:pPr lvl="0" algn="just"/>
            <a:r>
              <a:rPr lang="en-US" sz="3400" dirty="0"/>
              <a:t>JavaScript is case sensitive.</a:t>
            </a:r>
          </a:p>
          <a:p>
            <a:pPr lvl="0" algn="just"/>
            <a:r>
              <a:rPr lang="en-US" sz="3400" dirty="0"/>
              <a:t>JavaScript string must be enclosed in double quotation mark (") or single quotation mark (').</a:t>
            </a:r>
          </a:p>
          <a:p>
            <a:pPr lvl="0" algn="just"/>
            <a:r>
              <a:rPr lang="en-US" sz="3400" dirty="0"/>
              <a:t>JavaScript Number can store integer, float, and hexadecimal value without enclosing it in quotation marks.</a:t>
            </a:r>
          </a:p>
          <a:p>
            <a:pPr lvl="0" algn="just"/>
            <a:r>
              <a:rPr lang="en-US" sz="3400" dirty="0"/>
              <a:t>JavaScript Boolean value stores true or false.</a:t>
            </a:r>
          </a:p>
          <a:p>
            <a:pPr lvl="0" algn="just"/>
            <a:r>
              <a:rPr lang="en-US" sz="3400" dirty="0"/>
              <a:t>Every statement in JavaScript can be separated using semicolon (;). It is not mandatory but recommended to use semicolon at the end of each statement.</a:t>
            </a:r>
          </a:p>
          <a:p>
            <a:pPr lvl="0" algn="just"/>
            <a:r>
              <a:rPr lang="en-US" sz="3400" dirty="0"/>
              <a:t>JavaScript ignores multiple white spaces.</a:t>
            </a:r>
          </a:p>
          <a:p>
            <a:pPr lvl="0" algn="just"/>
            <a:r>
              <a:rPr lang="en-US" sz="3400" dirty="0"/>
              <a:t>A multi-line comment can be wrapped between /* and */. Single line comment can start with //.</a:t>
            </a:r>
          </a:p>
          <a:p>
            <a:pPr algn="just"/>
            <a:r>
              <a:rPr lang="en-US" sz="3400" dirty="0"/>
              <a:t>JavaScript keywords are reserved words. Do not use them as variable or function names.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9340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dirty="0"/>
              <a:t>Keywords</a:t>
            </a:r>
            <a:r>
              <a:rPr lang="en-US" b="1" dirty="0"/>
              <a:t>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793"/>
            <a:ext cx="10515600" cy="5104014"/>
          </a:xfrm>
        </p:spPr>
        <p:txBody>
          <a:bodyPr/>
          <a:lstStyle/>
          <a:p>
            <a:r>
              <a:rPr lang="en-US" dirty="0"/>
              <a:t>Keywords are reserved words in JavaScript, which cannot be used as variable names or function names.</a:t>
            </a:r>
          </a:p>
          <a:p>
            <a:r>
              <a:rPr lang="en-US" dirty="0"/>
              <a:t>The following table lists some of the keywords used in JavaScript.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7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055798"/>
              </p:ext>
            </p:extLst>
          </p:nvPr>
        </p:nvGraphicFramePr>
        <p:xfrm>
          <a:off x="2518757" y="3112638"/>
          <a:ext cx="6292734" cy="3387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6591">
                  <a:extLst>
                    <a:ext uri="{9D8B030D-6E8A-4147-A177-3AD203B41FA5}">
                      <a16:colId xmlns:a16="http://schemas.microsoft.com/office/drawing/2014/main" val="1283197328"/>
                    </a:ext>
                  </a:extLst>
                </a:gridCol>
                <a:gridCol w="2257779">
                  <a:extLst>
                    <a:ext uri="{9D8B030D-6E8A-4147-A177-3AD203B41FA5}">
                      <a16:colId xmlns:a16="http://schemas.microsoft.com/office/drawing/2014/main" val="1969665553"/>
                    </a:ext>
                  </a:extLst>
                </a:gridCol>
                <a:gridCol w="2198364">
                  <a:extLst>
                    <a:ext uri="{9D8B030D-6E8A-4147-A177-3AD203B41FA5}">
                      <a16:colId xmlns:a16="http://schemas.microsoft.com/office/drawing/2014/main" val="2832775160"/>
                    </a:ext>
                  </a:extLst>
                </a:gridCol>
              </a:tblGrid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Var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 dirty="0">
                          <a:effectLst/>
                        </a:rPr>
                        <a:t>function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If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786648443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Else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Do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While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8449808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For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switch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Break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298872700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Continue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return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Try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884725030"/>
                  </a:ext>
                </a:extLst>
              </a:tr>
              <a:tr h="3465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Catch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finally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Debugger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63177112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Case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class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This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94275853"/>
                  </a:ext>
                </a:extLst>
              </a:tr>
              <a:tr h="3465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Default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344601844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instanceOf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typeOf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613820047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Null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Throw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79618211"/>
                  </a:ext>
                </a:extLst>
              </a:tr>
              <a:tr h="3368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Void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>
                          <a:effectLst/>
                        </a:rPr>
                        <a:t>width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1200" dirty="0">
                          <a:effectLst/>
                        </a:rPr>
                        <a:t>Delete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1410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79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JavaScript variable</a:t>
            </a:r>
            <a:r>
              <a:rPr lang="en-US" dirty="0"/>
              <a:t>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1104"/>
            <a:ext cx="10515600" cy="47798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 </a:t>
            </a:r>
            <a:r>
              <a:rPr lang="en-US" b="1" dirty="0"/>
              <a:t>JavaScript variable</a:t>
            </a:r>
            <a:r>
              <a:rPr lang="en-US" dirty="0"/>
              <a:t> is simply a name of storage location. There are two types of variables in JavaScript: </a:t>
            </a:r>
          </a:p>
          <a:p>
            <a:r>
              <a:rPr lang="en-US" b="1" i="1" dirty="0"/>
              <a:t>Local variable and global variable</a:t>
            </a:r>
            <a:r>
              <a:rPr lang="en-US" dirty="0"/>
              <a:t>.</a:t>
            </a:r>
          </a:p>
          <a:p>
            <a:r>
              <a:rPr lang="en-US" dirty="0"/>
              <a:t>There are some rules while declaring a JavaScript variable (also known as identifiers).</a:t>
            </a:r>
          </a:p>
          <a:p>
            <a:pPr lvl="0"/>
            <a:r>
              <a:rPr lang="en-US" dirty="0"/>
              <a:t>Name must start with a letter (a to z or A to Z), underscore ( _), or dollar ( $ ) sign.</a:t>
            </a:r>
          </a:p>
          <a:p>
            <a:pPr lvl="0"/>
            <a:r>
              <a:rPr lang="en-US" dirty="0"/>
              <a:t>After first letter we can use digits (0 to 9), for example value1.</a:t>
            </a:r>
          </a:p>
          <a:p>
            <a:pPr lvl="0"/>
            <a:r>
              <a:rPr lang="en-US" dirty="0"/>
              <a:t>JavaScript variables are case sensitive, for example x and X are different variables.</a:t>
            </a:r>
          </a:p>
          <a:p>
            <a:pPr marL="0" indent="0">
              <a:buNone/>
            </a:pPr>
            <a:r>
              <a:rPr lang="x-none" b="1" dirty="0"/>
              <a:t>Correct JavaScript variables</a:t>
            </a:r>
            <a:endParaRPr lang="en-US" b="1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 x = 10;  </a:t>
            </a:r>
          </a:p>
          <a:p>
            <a:pPr marL="0" lvl="0" indent="0">
              <a:buNone/>
            </a:pPr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 _value="</a:t>
            </a:r>
            <a:r>
              <a:rPr lang="en-US" dirty="0" err="1"/>
              <a:t>sonoo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x-none" b="1" dirty="0"/>
              <a:t>Incorrect JavaScript variables</a:t>
            </a:r>
            <a:endParaRPr lang="en-US" b="1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  123=30;  </a:t>
            </a:r>
          </a:p>
          <a:p>
            <a:pPr marL="0" lvl="0" indent="0">
              <a:buNone/>
            </a:pPr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 *aa=320;  </a:t>
            </a:r>
          </a:p>
          <a:p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8814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66" y="701376"/>
            <a:ext cx="10515600" cy="773719"/>
          </a:xfrm>
        </p:spPr>
        <p:txBody>
          <a:bodyPr/>
          <a:lstStyle/>
          <a:p>
            <a:r>
              <a:rPr lang="en-US" b="1" dirty="0"/>
              <a:t>JavaScript local &amp; global variable: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073" y="1879020"/>
            <a:ext cx="4559969" cy="42490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JavaScript local variable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A JavaScript local variable is declared inside block or function. It is accessible within the function or block only. For example:  </a:t>
            </a:r>
          </a:p>
          <a:p>
            <a:pPr marL="0" lvl="0" indent="0">
              <a:buNone/>
            </a:pPr>
            <a:r>
              <a:rPr lang="en-US" sz="1400" b="1" dirty="0"/>
              <a:t>&lt;script&gt;</a:t>
            </a:r>
            <a:r>
              <a:rPr lang="en-US" sz="1400" dirty="0"/>
              <a:t>  </a:t>
            </a:r>
          </a:p>
          <a:p>
            <a:pPr marL="0" lvl="0" indent="0">
              <a:buNone/>
            </a:pPr>
            <a:r>
              <a:rPr lang="en-US" sz="1400" dirty="0"/>
              <a:t>function </a:t>
            </a:r>
            <a:r>
              <a:rPr lang="en-US" sz="1400" dirty="0" err="1"/>
              <a:t>abc</a:t>
            </a:r>
            <a:r>
              <a:rPr lang="en-US" sz="1400" dirty="0"/>
              <a:t>(){  </a:t>
            </a:r>
          </a:p>
          <a:p>
            <a:pPr marL="0" lvl="0" indent="0">
              <a:buNone/>
            </a:pPr>
            <a:r>
              <a:rPr lang="en-US" sz="1400" dirty="0" err="1"/>
              <a:t>var</a:t>
            </a:r>
            <a:r>
              <a:rPr lang="en-US" sz="1400" dirty="0"/>
              <a:t> x=10;//local variable    }</a:t>
            </a:r>
          </a:p>
          <a:p>
            <a:pPr marL="0" lvl="0" indent="0">
              <a:buNone/>
            </a:pPr>
            <a:r>
              <a:rPr lang="en-US" sz="1400" b="1" dirty="0"/>
              <a:t>&lt;/script&gt;</a:t>
            </a:r>
            <a:r>
              <a:rPr lang="en-US" sz="1400" dirty="0"/>
              <a:t>  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9</a:t>
            </a:fld>
            <a:endParaRPr lang="ar-S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8DF562-FBB5-1A7C-643B-36C5913AB3E6}"/>
              </a:ext>
            </a:extLst>
          </p:cNvPr>
          <p:cNvSpPr txBox="1">
            <a:spLocks/>
          </p:cNvSpPr>
          <p:nvPr/>
        </p:nvSpPr>
        <p:spPr>
          <a:xfrm>
            <a:off x="6521117" y="1475095"/>
            <a:ext cx="5057274" cy="526992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w Cen MT" panose="020B0602020104020603" pitchFamily="34" charset="0"/>
              <a:buNone/>
            </a:pPr>
            <a:r>
              <a:rPr lang="x-none" sz="1800" b="1" dirty="0"/>
              <a:t>JavaScript global variable</a:t>
            </a:r>
            <a:endParaRPr lang="en-US" sz="1400" b="1" dirty="0"/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A </a:t>
            </a:r>
            <a:r>
              <a:rPr lang="en-US" sz="1400" b="1" dirty="0"/>
              <a:t>JavaScript global variable</a:t>
            </a:r>
            <a:r>
              <a:rPr lang="en-US" sz="1400" dirty="0"/>
              <a:t> is accessible from any function. A variable i.e. declared outside the function or declared with window object is known as global variable. For example: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b="1" dirty="0"/>
              <a:t>&lt;script&gt;</a:t>
            </a:r>
            <a:r>
              <a:rPr lang="en-US" sz="1400" dirty="0"/>
              <a:t>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var data=200;//global variable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function a(){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 err="1"/>
              <a:t>document.writeln</a:t>
            </a:r>
            <a:r>
              <a:rPr lang="en-US" sz="1400" dirty="0"/>
              <a:t>(data);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}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function b(){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 err="1"/>
              <a:t>document.writeln</a:t>
            </a:r>
            <a:r>
              <a:rPr lang="en-US" sz="1400" dirty="0"/>
              <a:t>(data);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}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a();//calling JavaScript function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dirty="0"/>
              <a:t>b();  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1400" b="1" dirty="0"/>
              <a:t>&lt;/script&gt;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357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366" y="403960"/>
            <a:ext cx="9720072" cy="1499616"/>
          </a:xfrm>
        </p:spPr>
        <p:txBody>
          <a:bodyPr>
            <a:normAutofit/>
          </a:bodyPr>
          <a:lstStyle/>
          <a:p>
            <a:r>
              <a:rPr lang="en-US" sz="4400" b="1" dirty="0"/>
              <a:t>JavaScript Data Types:</a:t>
            </a:r>
            <a:endParaRPr lang="ar-S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JavaScript provides different </a:t>
            </a:r>
            <a:r>
              <a:rPr lang="en-US" b="1" dirty="0"/>
              <a:t>data types</a:t>
            </a:r>
            <a:r>
              <a:rPr lang="en-US" dirty="0"/>
              <a:t> to hold different types of values. There are two types of data types in JavaScript.</a:t>
            </a:r>
          </a:p>
          <a:p>
            <a:pPr lvl="0" algn="just"/>
            <a:r>
              <a:rPr lang="en-US" dirty="0"/>
              <a:t>Primitive data type</a:t>
            </a:r>
          </a:p>
          <a:p>
            <a:pPr lvl="0" algn="just"/>
            <a:r>
              <a:rPr lang="en-US" dirty="0"/>
              <a:t>Non-primitive (reference) data type</a:t>
            </a:r>
          </a:p>
          <a:p>
            <a:pPr algn="just"/>
            <a:r>
              <a:rPr lang="en-US" dirty="0"/>
              <a:t>JavaScript is a </a:t>
            </a:r>
            <a:r>
              <a:rPr lang="en-US" b="1" dirty="0"/>
              <a:t>dynamic type language</a:t>
            </a:r>
            <a:r>
              <a:rPr lang="en-US" dirty="0"/>
              <a:t>, means you don't need to specify type of the variable because it is dynamically used by JavaScript engine. You need to use </a:t>
            </a:r>
            <a:r>
              <a:rPr lang="en-US" b="1" dirty="0" err="1"/>
              <a:t>var</a:t>
            </a:r>
            <a:r>
              <a:rPr lang="en-US" dirty="0"/>
              <a:t> here to specify the data type. It can hold any type of values such as numbers, strings etc. For example:   </a:t>
            </a:r>
            <a:r>
              <a:rPr lang="en-US" b="1" dirty="0" err="1"/>
              <a:t>var</a:t>
            </a:r>
            <a:r>
              <a:rPr lang="en-US" b="1" dirty="0"/>
              <a:t> a=40; //holding number       </a:t>
            </a:r>
            <a:r>
              <a:rPr lang="en-US" b="1" dirty="0" err="1"/>
              <a:t>var</a:t>
            </a:r>
            <a:r>
              <a:rPr lang="en-US" b="1" dirty="0"/>
              <a:t> b="Rahul";//holding string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7400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dirty="0"/>
              <a:t>JavaScript primitive data types</a:t>
            </a:r>
            <a:r>
              <a:rPr lang="en-US" b="1" dirty="0"/>
              <a:t>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There are five types of primitive data types in JavaScript. They are as follows: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11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820187"/>
              </p:ext>
            </p:extLst>
          </p:nvPr>
        </p:nvGraphicFramePr>
        <p:xfrm>
          <a:off x="2620385" y="2835601"/>
          <a:ext cx="6216044" cy="3257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8022">
                  <a:extLst>
                    <a:ext uri="{9D8B030D-6E8A-4147-A177-3AD203B41FA5}">
                      <a16:colId xmlns:a16="http://schemas.microsoft.com/office/drawing/2014/main" val="297656323"/>
                    </a:ext>
                  </a:extLst>
                </a:gridCol>
                <a:gridCol w="3108022">
                  <a:extLst>
                    <a:ext uri="{9D8B030D-6E8A-4147-A177-3AD203B41FA5}">
                      <a16:colId xmlns:a16="http://schemas.microsoft.com/office/drawing/2014/main" val="510653487"/>
                    </a:ext>
                  </a:extLst>
                </a:gridCol>
              </a:tblGrid>
              <a:tr h="51675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4119246584"/>
                  </a:ext>
                </a:extLst>
              </a:tr>
              <a:tr h="709217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represents sequence of characters e.g. "hello"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90929287"/>
                  </a:ext>
                </a:extLst>
              </a:tr>
              <a:tr h="440813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represents numeric values e.g. 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13478300"/>
                  </a:ext>
                </a:extLst>
              </a:tr>
              <a:tr h="709217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Boolean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represents boolean value either false or true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87643283"/>
                  </a:ext>
                </a:extLst>
              </a:tr>
              <a:tr h="440813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Undefined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represents undefined 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77677900"/>
                  </a:ext>
                </a:extLst>
              </a:tr>
              <a:tr h="440813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represents null i.e. no value at all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785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50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4400" b="1" dirty="0"/>
              <a:t>JavaScript </a:t>
            </a:r>
            <a:r>
              <a:rPr lang="en-US" sz="4400" b="1" dirty="0"/>
              <a:t>non-</a:t>
            </a:r>
            <a:r>
              <a:rPr lang="x-none" sz="4400" b="1" dirty="0"/>
              <a:t>primitive data types</a:t>
            </a:r>
            <a:r>
              <a:rPr lang="en-US" sz="4400" b="1" dirty="0"/>
              <a:t>:</a:t>
            </a:r>
            <a:endParaRPr lang="ar-S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non-primitive data types are as follows: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12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162345"/>
              </p:ext>
            </p:extLst>
          </p:nvPr>
        </p:nvGraphicFramePr>
        <p:xfrm>
          <a:off x="2708188" y="2713057"/>
          <a:ext cx="5887172" cy="27567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3586">
                  <a:extLst>
                    <a:ext uri="{9D8B030D-6E8A-4147-A177-3AD203B41FA5}">
                      <a16:colId xmlns:a16="http://schemas.microsoft.com/office/drawing/2014/main" val="1146957444"/>
                    </a:ext>
                  </a:extLst>
                </a:gridCol>
                <a:gridCol w="2943586">
                  <a:extLst>
                    <a:ext uri="{9D8B030D-6E8A-4147-A177-3AD203B41FA5}">
                      <a16:colId xmlns:a16="http://schemas.microsoft.com/office/drawing/2014/main" val="509473482"/>
                    </a:ext>
                  </a:extLst>
                </a:gridCol>
              </a:tblGrid>
              <a:tr h="6759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Type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4145891379"/>
                  </a:ext>
                </a:extLst>
              </a:tr>
              <a:tr h="92764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Object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represents instance through which we can access members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12721967"/>
                  </a:ext>
                </a:extLst>
              </a:tr>
              <a:tr h="57657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Array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represents group of similar values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741844417"/>
                  </a:ext>
                </a:extLst>
              </a:tr>
              <a:tr h="57657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RegExp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represents regular expression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1245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7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05006"/>
            <a:ext cx="9720072" cy="1499616"/>
          </a:xfrm>
        </p:spPr>
        <p:txBody>
          <a:bodyPr/>
          <a:lstStyle/>
          <a:p>
            <a:r>
              <a:rPr lang="x-none" b="1" dirty="0"/>
              <a:t>JavaScript Operators</a:t>
            </a:r>
            <a:r>
              <a:rPr lang="en-US" b="1" dirty="0"/>
              <a:t>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926799"/>
            <a:ext cx="11073063" cy="4755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JavaScript operators are symbols that are used to perform operations on operands. For example:</a:t>
            </a:r>
          </a:p>
          <a:p>
            <a:pPr marL="0" lvl="0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 sum=10+20;  </a:t>
            </a:r>
          </a:p>
          <a:p>
            <a:pPr marL="0" indent="0">
              <a:buNone/>
            </a:pPr>
            <a:r>
              <a:rPr lang="en-US" sz="2000" dirty="0"/>
              <a:t>Here, + is the arithmetic operator and = is the assignment operator.</a:t>
            </a:r>
          </a:p>
          <a:p>
            <a:pPr marL="0" indent="0">
              <a:buNone/>
            </a:pPr>
            <a:r>
              <a:rPr lang="en-US" sz="2000" dirty="0"/>
              <a:t>There are following types of operators in JavaScript.</a:t>
            </a:r>
          </a:p>
          <a:p>
            <a:r>
              <a:rPr lang="en-US" sz="2000" dirty="0"/>
              <a:t>Arithmetic Operators</a:t>
            </a:r>
          </a:p>
          <a:p>
            <a:r>
              <a:rPr lang="en-US" sz="2000" dirty="0"/>
              <a:t>Comparison (Relational) Operators</a:t>
            </a:r>
          </a:p>
          <a:p>
            <a:r>
              <a:rPr lang="en-US" sz="2000" dirty="0"/>
              <a:t>Bitwise Operators</a:t>
            </a:r>
          </a:p>
          <a:p>
            <a:r>
              <a:rPr lang="en-US" sz="2000" dirty="0"/>
              <a:t>Logical Operators</a:t>
            </a:r>
          </a:p>
          <a:p>
            <a:r>
              <a:rPr lang="en-US" sz="2000" dirty="0"/>
              <a:t>Assignment Operators</a:t>
            </a:r>
          </a:p>
          <a:p>
            <a:r>
              <a:rPr lang="en-US" sz="2000" dirty="0"/>
              <a:t>Special operators</a:t>
            </a:r>
            <a:endParaRPr lang="ar-SA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773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JavaScript Arithmetic Operators: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4680"/>
          </a:xfrm>
        </p:spPr>
        <p:txBody>
          <a:bodyPr/>
          <a:lstStyle/>
          <a:p>
            <a:r>
              <a:rPr lang="en-US" dirty="0"/>
              <a:t>Arithmetic operators are used to perform arithmetic operations on the operands. The following operators are known as JavaScript arithmetic operators.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14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412569"/>
              </p:ext>
            </p:extLst>
          </p:nvPr>
        </p:nvGraphicFramePr>
        <p:xfrm>
          <a:off x="2387885" y="2645926"/>
          <a:ext cx="6884451" cy="33932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7103">
                  <a:extLst>
                    <a:ext uri="{9D8B030D-6E8A-4147-A177-3AD203B41FA5}">
                      <a16:colId xmlns:a16="http://schemas.microsoft.com/office/drawing/2014/main" val="3676813872"/>
                    </a:ext>
                  </a:extLst>
                </a:gridCol>
                <a:gridCol w="2121739">
                  <a:extLst>
                    <a:ext uri="{9D8B030D-6E8A-4147-A177-3AD203B41FA5}">
                      <a16:colId xmlns:a16="http://schemas.microsoft.com/office/drawing/2014/main" val="1886625095"/>
                    </a:ext>
                  </a:extLst>
                </a:gridCol>
                <a:gridCol w="3105609">
                  <a:extLst>
                    <a:ext uri="{9D8B030D-6E8A-4147-A177-3AD203B41FA5}">
                      <a16:colId xmlns:a16="http://schemas.microsoft.com/office/drawing/2014/main" val="198048984"/>
                    </a:ext>
                  </a:extLst>
                </a:gridCol>
              </a:tblGrid>
              <a:tr h="48675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Operator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Example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190630429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Addition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10+20 = 30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47462163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Subtraction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20-10 = 10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35002682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Multiplication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10*20 = 200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08039848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/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Division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20/10 = 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80506325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%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Modulus (Remainder)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20%10 = 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08292838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++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var a=10; a++; Now a = 11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11408955"/>
                  </a:ext>
                </a:extLst>
              </a:tr>
              <a:tr h="415219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--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Decrement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var</a:t>
                      </a:r>
                      <a:r>
                        <a:rPr lang="en-US" sz="1400" dirty="0">
                          <a:effectLst/>
                        </a:rPr>
                        <a:t> a=10; a--; Now a = 9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98909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01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7"/>
            <a:ext cx="9720072" cy="906700"/>
          </a:xfrm>
        </p:spPr>
        <p:txBody>
          <a:bodyPr>
            <a:normAutofit/>
          </a:bodyPr>
          <a:lstStyle/>
          <a:p>
            <a:r>
              <a:rPr lang="en-US" sz="4800" b="1" dirty="0"/>
              <a:t>JavaScript Comparison Operators:</a:t>
            </a:r>
            <a:endParaRPr lang="ar-SA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5054"/>
            <a:ext cx="10515600" cy="4816244"/>
          </a:xfrm>
        </p:spPr>
        <p:txBody>
          <a:bodyPr/>
          <a:lstStyle/>
          <a:p>
            <a:r>
              <a:rPr lang="en-US" dirty="0"/>
              <a:t>The JavaScript comparison operator compares the two operands. The comparison operators are as follows: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15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655297"/>
              </p:ext>
            </p:extLst>
          </p:nvPr>
        </p:nvGraphicFramePr>
        <p:xfrm>
          <a:off x="3001495" y="2179330"/>
          <a:ext cx="6286884" cy="37930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3806">
                  <a:extLst>
                    <a:ext uri="{9D8B030D-6E8A-4147-A177-3AD203B41FA5}">
                      <a16:colId xmlns:a16="http://schemas.microsoft.com/office/drawing/2014/main" val="2667705551"/>
                    </a:ext>
                  </a:extLst>
                </a:gridCol>
                <a:gridCol w="2861646">
                  <a:extLst>
                    <a:ext uri="{9D8B030D-6E8A-4147-A177-3AD203B41FA5}">
                      <a16:colId xmlns:a16="http://schemas.microsoft.com/office/drawing/2014/main" val="3279645905"/>
                    </a:ext>
                  </a:extLst>
                </a:gridCol>
                <a:gridCol w="2021432">
                  <a:extLst>
                    <a:ext uri="{9D8B030D-6E8A-4147-A177-3AD203B41FA5}">
                      <a16:colId xmlns:a16="http://schemas.microsoft.com/office/drawing/2014/main" val="1480916008"/>
                    </a:ext>
                  </a:extLst>
                </a:gridCol>
              </a:tblGrid>
              <a:tr h="451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Operator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Example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016351622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==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Is equal to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10==20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98392392"/>
                  </a:ext>
                </a:extLst>
              </a:tr>
              <a:tr h="61960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===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Identical (equal and of same type)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10===20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66620141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!=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Not equal to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10!=20 = true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739870359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!==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Not Identical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20!==20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784341274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&gt;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Greater than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20&gt;10 = true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928326519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&gt;=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Greater than or equal to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20&gt;=10 = true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03546956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&lt;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Less than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20&lt;10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65727437"/>
                  </a:ext>
                </a:extLst>
              </a:tr>
              <a:tr h="385118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&lt;=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Less than or equal to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20&lt;=10 = false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585698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232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854" y="365760"/>
            <a:ext cx="9720072" cy="1037924"/>
          </a:xfrm>
        </p:spPr>
        <p:txBody>
          <a:bodyPr>
            <a:normAutofit/>
          </a:bodyPr>
          <a:lstStyle/>
          <a:p>
            <a:r>
              <a:rPr lang="en-US" sz="4800" b="1" dirty="0"/>
              <a:t>JavaScript Bitwise Operators:</a:t>
            </a:r>
            <a:endParaRPr lang="ar-SA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213"/>
            <a:ext cx="10515600" cy="4799619"/>
          </a:xfrm>
        </p:spPr>
        <p:txBody>
          <a:bodyPr/>
          <a:lstStyle/>
          <a:p>
            <a:r>
              <a:rPr lang="en-US" dirty="0"/>
              <a:t>The bitwise operators perform bitwise operations on operands. The bitwise operators are as follows: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16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269802"/>
              </p:ext>
            </p:extLst>
          </p:nvPr>
        </p:nvGraphicFramePr>
        <p:xfrm>
          <a:off x="2566737" y="1970724"/>
          <a:ext cx="7178841" cy="4146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795">
                  <a:extLst>
                    <a:ext uri="{9D8B030D-6E8A-4147-A177-3AD203B41FA5}">
                      <a16:colId xmlns:a16="http://schemas.microsoft.com/office/drawing/2014/main" val="1292390240"/>
                    </a:ext>
                  </a:extLst>
                </a:gridCol>
                <a:gridCol w="2794117">
                  <a:extLst>
                    <a:ext uri="{9D8B030D-6E8A-4147-A177-3AD203B41FA5}">
                      <a16:colId xmlns:a16="http://schemas.microsoft.com/office/drawing/2014/main" val="2098664355"/>
                    </a:ext>
                  </a:extLst>
                </a:gridCol>
                <a:gridCol w="2620929">
                  <a:extLst>
                    <a:ext uri="{9D8B030D-6E8A-4147-A177-3AD203B41FA5}">
                      <a16:colId xmlns:a16="http://schemas.microsoft.com/office/drawing/2014/main" val="548292201"/>
                    </a:ext>
                  </a:extLst>
                </a:gridCol>
              </a:tblGrid>
              <a:tr h="4713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Operator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Example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904553608"/>
                  </a:ext>
                </a:extLst>
              </a:tr>
              <a:tr h="64690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&amp;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AND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(10==20 &amp; 20==33)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797942480"/>
                  </a:ext>
                </a:extLst>
              </a:tr>
              <a:tr h="40208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|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(10==20 | 20==33)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2953932"/>
                  </a:ext>
                </a:extLst>
              </a:tr>
              <a:tr h="40208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^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XOR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(10==20 ^ 20==33)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561280690"/>
                  </a:ext>
                </a:extLst>
              </a:tr>
              <a:tr h="40208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~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NOT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(~10) = -10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6812216"/>
                  </a:ext>
                </a:extLst>
              </a:tr>
              <a:tr h="40208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&lt;&lt;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Left Shift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(10&lt;&lt;2) = 40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12647416"/>
                  </a:ext>
                </a:extLst>
              </a:tr>
              <a:tr h="40208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&gt;&gt;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Right Shift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(10&gt;&gt;2) = 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67902515"/>
                  </a:ext>
                </a:extLst>
              </a:tr>
              <a:tr h="64690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&gt;&gt;&gt;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Bitwise Right Shift with Zero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(10&gt;&gt;&gt;2) = 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33311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22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714195"/>
          </a:xfrm>
        </p:spPr>
        <p:txBody>
          <a:bodyPr>
            <a:normAutofit/>
          </a:bodyPr>
          <a:lstStyle/>
          <a:p>
            <a:r>
              <a:rPr lang="en-US" sz="4400" b="1" dirty="0"/>
              <a:t>JavaScript Logical Operators:</a:t>
            </a:r>
            <a:endParaRPr lang="ar-S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770" y="1299411"/>
            <a:ext cx="10515600" cy="4475422"/>
          </a:xfrm>
        </p:spPr>
        <p:txBody>
          <a:bodyPr/>
          <a:lstStyle/>
          <a:p>
            <a:r>
              <a:rPr lang="en-US" dirty="0"/>
              <a:t>The following operators are known as JavaScript logical operators: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17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137562"/>
              </p:ext>
            </p:extLst>
          </p:nvPr>
        </p:nvGraphicFramePr>
        <p:xfrm>
          <a:off x="1890975" y="1828857"/>
          <a:ext cx="7188857" cy="3416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5697">
                  <a:extLst>
                    <a:ext uri="{9D8B030D-6E8A-4147-A177-3AD203B41FA5}">
                      <a16:colId xmlns:a16="http://schemas.microsoft.com/office/drawing/2014/main" val="3871204669"/>
                    </a:ext>
                  </a:extLst>
                </a:gridCol>
                <a:gridCol w="2236947">
                  <a:extLst>
                    <a:ext uri="{9D8B030D-6E8A-4147-A177-3AD203B41FA5}">
                      <a16:colId xmlns:a16="http://schemas.microsoft.com/office/drawing/2014/main" val="864164453"/>
                    </a:ext>
                  </a:extLst>
                </a:gridCol>
                <a:gridCol w="3006213">
                  <a:extLst>
                    <a:ext uri="{9D8B030D-6E8A-4147-A177-3AD203B41FA5}">
                      <a16:colId xmlns:a16="http://schemas.microsoft.com/office/drawing/2014/main" val="4221535843"/>
                    </a:ext>
                  </a:extLst>
                </a:gridCol>
              </a:tblGrid>
              <a:tr h="7430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Operator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Example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125473700"/>
                  </a:ext>
                </a:extLst>
              </a:tr>
              <a:tr h="1019805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&amp;&amp;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Logical AND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(10==20 &amp;&amp; 20==33)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488645569"/>
                  </a:ext>
                </a:extLst>
              </a:tr>
              <a:tr h="1019805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||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Logical 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(10==20 || 20==33) = false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54785812"/>
                  </a:ext>
                </a:extLst>
              </a:tr>
              <a:tr h="63386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!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Logical Not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!(10==20) = true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63615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76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976"/>
            <a:ext cx="9720072" cy="1499616"/>
          </a:xfrm>
        </p:spPr>
        <p:txBody>
          <a:bodyPr>
            <a:normAutofit/>
          </a:bodyPr>
          <a:lstStyle/>
          <a:p>
            <a:r>
              <a:rPr lang="en-US" sz="4800" b="1" dirty="0"/>
              <a:t>JavaScript Special Operators:</a:t>
            </a:r>
            <a:endParaRPr lang="ar-SA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1710"/>
            <a:ext cx="10515600" cy="5144186"/>
          </a:xfrm>
        </p:spPr>
        <p:txBody>
          <a:bodyPr/>
          <a:lstStyle/>
          <a:p>
            <a:r>
              <a:rPr lang="en-US" dirty="0"/>
              <a:t>The following operators are known as JavaScript special operators.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18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084300"/>
              </p:ext>
            </p:extLst>
          </p:nvPr>
        </p:nvGraphicFramePr>
        <p:xfrm>
          <a:off x="1283368" y="1852186"/>
          <a:ext cx="9274904" cy="45802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8742">
                  <a:extLst>
                    <a:ext uri="{9D8B030D-6E8A-4147-A177-3AD203B41FA5}">
                      <a16:colId xmlns:a16="http://schemas.microsoft.com/office/drawing/2014/main" val="3037552806"/>
                    </a:ext>
                  </a:extLst>
                </a:gridCol>
                <a:gridCol w="6486162">
                  <a:extLst>
                    <a:ext uri="{9D8B030D-6E8A-4147-A177-3AD203B41FA5}">
                      <a16:colId xmlns:a16="http://schemas.microsoft.com/office/drawing/2014/main" val="837155745"/>
                    </a:ext>
                  </a:extLst>
                </a:gridCol>
              </a:tblGrid>
              <a:tr h="351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Operator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988" marR="90988" marT="90988" marB="9098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Description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988" marR="90988" marT="90988" marB="90988"/>
                </a:tc>
                <a:extLst>
                  <a:ext uri="{0D108BD9-81ED-4DB2-BD59-A6C34878D82A}">
                    <a16:rowId xmlns:a16="http://schemas.microsoft.com/office/drawing/2014/main" val="2417923284"/>
                  </a:ext>
                </a:extLst>
              </a:tr>
              <a:tr h="47397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(?:)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Conditional Operator returns value based on the condition. It is like if-else.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2491827909"/>
                  </a:ext>
                </a:extLst>
              </a:tr>
              <a:tr h="649131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,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Comma Operator allows multiple expressions to be evaluated as single statement.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2837637925"/>
                  </a:ext>
                </a:extLst>
              </a:tr>
              <a:tr h="47397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Delete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Delete Operator deletes a property from the object.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3474779625"/>
                  </a:ext>
                </a:extLst>
              </a:tr>
              <a:tr h="47397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In Operator checks if object has the given property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1301170132"/>
                  </a:ext>
                </a:extLst>
              </a:tr>
              <a:tr h="47397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instanceOf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checks if the object is an instance of given type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862812128"/>
                  </a:ext>
                </a:extLst>
              </a:tr>
              <a:tr h="343687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creates an instance (object)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2289256432"/>
                  </a:ext>
                </a:extLst>
              </a:tr>
              <a:tr h="343687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typeOf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Checks the type of object.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538889273"/>
                  </a:ext>
                </a:extLst>
              </a:tr>
              <a:tr h="47397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Void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it discards the expression's return value.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1279992579"/>
                  </a:ext>
                </a:extLst>
              </a:tr>
              <a:tr h="47397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Yield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Checks what is returned in a generator by the generator's iterator.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659" marR="60659" marT="60659" marB="60659"/>
                </a:tc>
                <a:extLst>
                  <a:ext uri="{0D108BD9-81ED-4DB2-BD59-A6C34878D82A}">
                    <a16:rowId xmlns:a16="http://schemas.microsoft.com/office/drawing/2014/main" val="1713021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37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091" y="89581"/>
            <a:ext cx="9720072" cy="1499616"/>
          </a:xfrm>
        </p:spPr>
        <p:txBody>
          <a:bodyPr/>
          <a:lstStyle/>
          <a:p>
            <a:r>
              <a:rPr lang="en-US" b="1" dirty="0"/>
              <a:t>Java Script  Assignment Operators: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091" y="1272172"/>
            <a:ext cx="10515600" cy="4658302"/>
          </a:xfrm>
        </p:spPr>
        <p:txBody>
          <a:bodyPr/>
          <a:lstStyle/>
          <a:p>
            <a:r>
              <a:rPr lang="en-US" dirty="0"/>
              <a:t>The following operators are known as JavaScript assignment operators.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19</a:t>
            </a:fld>
            <a:endParaRPr lang="ar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726810"/>
              </p:ext>
            </p:extLst>
          </p:nvPr>
        </p:nvGraphicFramePr>
        <p:xfrm>
          <a:off x="1599341" y="1810226"/>
          <a:ext cx="8499164" cy="3582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5869">
                  <a:extLst>
                    <a:ext uri="{9D8B030D-6E8A-4147-A177-3AD203B41FA5}">
                      <a16:colId xmlns:a16="http://schemas.microsoft.com/office/drawing/2014/main" val="4192620229"/>
                    </a:ext>
                  </a:extLst>
                </a:gridCol>
                <a:gridCol w="3231153">
                  <a:extLst>
                    <a:ext uri="{9D8B030D-6E8A-4147-A177-3AD203B41FA5}">
                      <a16:colId xmlns:a16="http://schemas.microsoft.com/office/drawing/2014/main" val="4174340019"/>
                    </a:ext>
                  </a:extLst>
                </a:gridCol>
                <a:gridCol w="3162142">
                  <a:extLst>
                    <a:ext uri="{9D8B030D-6E8A-4147-A177-3AD203B41FA5}">
                      <a16:colId xmlns:a16="http://schemas.microsoft.com/office/drawing/2014/main" val="1389919070"/>
                    </a:ext>
                  </a:extLst>
                </a:gridCol>
              </a:tblGrid>
              <a:tr h="5854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Operator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Example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743760333"/>
                  </a:ext>
                </a:extLst>
              </a:tr>
              <a:tr h="49945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Assign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10+10 = 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19967044"/>
                  </a:ext>
                </a:extLst>
              </a:tr>
              <a:tr h="49945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+=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Add and assign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var a=10; a+=20; Now a = 30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945307853"/>
                  </a:ext>
                </a:extLst>
              </a:tr>
              <a:tr h="49945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Subtract and assign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var a=20; a-=10; Now a = 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35056191"/>
                  </a:ext>
                </a:extLst>
              </a:tr>
              <a:tr h="49945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*=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Multiply and assign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var a=10; a*=20; Now a = 200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990360278"/>
                  </a:ext>
                </a:extLst>
              </a:tr>
              <a:tr h="49945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/=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Divide and assign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var a=10; a/=2; Now a = 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24410149"/>
                  </a:ext>
                </a:extLst>
              </a:tr>
              <a:tr h="499450"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%=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Modulus and assign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var</a:t>
                      </a:r>
                      <a:r>
                        <a:rPr lang="en-US" sz="1600" dirty="0">
                          <a:effectLst/>
                        </a:rPr>
                        <a:t> a=10; a%=2; Now a = 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18760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651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JavaScript If-else statement:</a:t>
            </a:r>
            <a:endParaRPr lang="ar-S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3368" y="1620982"/>
            <a:ext cx="10070432" cy="4090007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JavaScript if-else statement</a:t>
            </a:r>
            <a:r>
              <a:rPr lang="en-US" dirty="0"/>
              <a:t> is used </a:t>
            </a:r>
            <a:r>
              <a:rPr lang="en-US" i="1" dirty="0"/>
              <a:t>to execute the code whether condition is true or false</a:t>
            </a:r>
            <a:r>
              <a:rPr lang="en-US" dirty="0"/>
              <a:t>. There are three forms of if statement in JavaScript.</a:t>
            </a:r>
          </a:p>
          <a:p>
            <a:pPr lvl="0"/>
            <a:r>
              <a:rPr lang="en-US" b="1" i="1" dirty="0"/>
              <a:t>If Statement</a:t>
            </a:r>
            <a:endParaRPr lang="en-US" dirty="0"/>
          </a:p>
          <a:p>
            <a:pPr lvl="0"/>
            <a:r>
              <a:rPr lang="en-US" b="1" i="1" dirty="0"/>
              <a:t>If else statement</a:t>
            </a:r>
            <a:endParaRPr lang="en-US" dirty="0"/>
          </a:p>
          <a:p>
            <a:pPr lvl="0"/>
            <a:r>
              <a:rPr lang="en-US" b="1" i="1" dirty="0"/>
              <a:t>if else if statement</a:t>
            </a:r>
            <a:endParaRPr lang="en-US" dirty="0"/>
          </a:p>
          <a:p>
            <a:r>
              <a:rPr lang="x-none" b="1" dirty="0"/>
              <a:t>JavaScript If statement</a:t>
            </a:r>
            <a:endParaRPr lang="en-US" b="1" dirty="0"/>
          </a:p>
          <a:p>
            <a:r>
              <a:rPr lang="en-US" dirty="0"/>
              <a:t>It evaluates the content only if expression is true. The signature of JavaScript if statement is given below.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7198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65" y="417970"/>
            <a:ext cx="9720072" cy="1202477"/>
          </a:xfrm>
        </p:spPr>
        <p:txBody>
          <a:bodyPr>
            <a:normAutofit/>
          </a:bodyPr>
          <a:lstStyle/>
          <a:p>
            <a:r>
              <a:rPr lang="en-US" sz="4400" b="1" dirty="0"/>
              <a:t>JavaScript If statement:</a:t>
            </a:r>
            <a:endParaRPr lang="ar-S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876" y="1667990"/>
            <a:ext cx="6284495" cy="4887883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dirty="0"/>
              <a:t>if(expression){  </a:t>
            </a:r>
          </a:p>
          <a:p>
            <a:pPr marL="0" lvl="0" indent="0">
              <a:buNone/>
            </a:pPr>
            <a:r>
              <a:rPr lang="en-US" dirty="0"/>
              <a:t>//content to be evaluated  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Flowchart of JavaScript If statement</a:t>
            </a:r>
          </a:p>
          <a:p>
            <a:pPr marL="0" indent="0">
              <a:buNone/>
            </a:pPr>
            <a:r>
              <a:rPr lang="en-US" dirty="0"/>
              <a:t>Let’s see the simple example of if statement in JavaScript.</a:t>
            </a:r>
          </a:p>
          <a:p>
            <a:pPr marL="0" lvl="0" indent="0">
              <a:buNone/>
            </a:pPr>
            <a:r>
              <a:rPr lang="en-US" b="1" dirty="0"/>
              <a:t>&lt;script&gt;</a:t>
            </a:r>
            <a:r>
              <a:rPr lang="en-US" dirty="0"/>
              <a:t>  </a:t>
            </a:r>
          </a:p>
          <a:p>
            <a:pPr marL="0" lvl="0" indent="0">
              <a:buNone/>
            </a:pPr>
            <a:r>
              <a:rPr lang="en-US" dirty="0" err="1"/>
              <a:t>var</a:t>
            </a:r>
            <a:r>
              <a:rPr lang="en-US" dirty="0"/>
              <a:t> a=20;  </a:t>
            </a:r>
          </a:p>
          <a:p>
            <a:pPr marL="0" lvl="0" indent="0">
              <a:buNone/>
            </a:pPr>
            <a:r>
              <a:rPr lang="en-US" dirty="0"/>
              <a:t>if(a</a:t>
            </a:r>
            <a:r>
              <a:rPr lang="en-US" b="1" dirty="0"/>
              <a:t>&gt;</a:t>
            </a:r>
            <a:r>
              <a:rPr lang="en-US" dirty="0"/>
              <a:t>10){  </a:t>
            </a:r>
          </a:p>
          <a:p>
            <a:pPr marL="0" lvl="0" indent="0">
              <a:buNone/>
            </a:pPr>
            <a:r>
              <a:rPr lang="en-US" dirty="0"/>
              <a:t>document. write("value of a is greater than 10");  </a:t>
            </a:r>
          </a:p>
          <a:p>
            <a:pPr marL="0" lvl="0" indent="0">
              <a:buNone/>
            </a:pPr>
            <a:r>
              <a:rPr lang="en-US" dirty="0"/>
              <a:t>}  </a:t>
            </a:r>
          </a:p>
          <a:p>
            <a:pPr marL="0" lvl="0" indent="0">
              <a:buNone/>
            </a:pPr>
            <a:r>
              <a:rPr lang="en-US" b="1" dirty="0"/>
              <a:t>&lt;/script&gt;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b="1" i="1" dirty="0"/>
              <a:t>O</a:t>
            </a:r>
            <a:r>
              <a:rPr lang="x-none" b="1" i="1" dirty="0"/>
              <a:t>utput of the above example</a:t>
            </a:r>
            <a:endParaRPr lang="en-US" b="1" i="1" dirty="0"/>
          </a:p>
          <a:p>
            <a:pPr marL="0" indent="0">
              <a:buNone/>
            </a:pPr>
            <a:r>
              <a:rPr lang="en-US" dirty="0"/>
              <a:t>value of a is greater than 10</a:t>
            </a:r>
            <a:endParaRPr lang="ar-SA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21</a:t>
            </a:fld>
            <a:endParaRPr lang="ar-S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99159" y="1521229"/>
            <a:ext cx="3590514" cy="459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26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90" y="494240"/>
            <a:ext cx="9720072" cy="1186566"/>
          </a:xfrm>
        </p:spPr>
        <p:txBody>
          <a:bodyPr>
            <a:normAutofit/>
          </a:bodyPr>
          <a:lstStyle/>
          <a:p>
            <a:r>
              <a:rPr lang="en-US" sz="4400" b="1" dirty="0"/>
              <a:t>JavaScript If...else Statement:</a:t>
            </a:r>
            <a:endParaRPr lang="ar-S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790" y="1785631"/>
            <a:ext cx="10515600" cy="44754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It evaluates the content whether condition is true of false. The syntax of JavaScript if-else statement is given below:</a:t>
            </a:r>
          </a:p>
          <a:p>
            <a:pPr marL="0" lvl="0" indent="0">
              <a:buNone/>
            </a:pPr>
            <a:r>
              <a:rPr lang="en-US" dirty="0"/>
              <a:t>if(expression){  </a:t>
            </a:r>
          </a:p>
          <a:p>
            <a:pPr marL="0" lvl="0" indent="0">
              <a:buNone/>
            </a:pPr>
            <a:r>
              <a:rPr lang="en-US" dirty="0"/>
              <a:t>//content to be evaluated if condition is true  </a:t>
            </a:r>
          </a:p>
          <a:p>
            <a:pPr marL="0" lvl="0" indent="0">
              <a:buNone/>
            </a:pPr>
            <a:r>
              <a:rPr lang="en-US" dirty="0"/>
              <a:t>}  </a:t>
            </a:r>
          </a:p>
          <a:p>
            <a:pPr marL="0" lvl="0" indent="0">
              <a:buNone/>
            </a:pPr>
            <a:r>
              <a:rPr lang="en-US" dirty="0"/>
              <a:t>else{  </a:t>
            </a:r>
          </a:p>
          <a:p>
            <a:pPr marL="0" lvl="0" indent="0">
              <a:buNone/>
            </a:pPr>
            <a:r>
              <a:rPr lang="en-US" dirty="0"/>
              <a:t>//content to be evaluated if condition is false  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 algn="r">
              <a:buNone/>
            </a:pPr>
            <a:endParaRPr lang="en-US" b="1" dirty="0"/>
          </a:p>
          <a:p>
            <a:pPr marL="0" indent="0" algn="r">
              <a:buNone/>
            </a:pPr>
            <a:r>
              <a:rPr lang="en-US" b="1" dirty="0"/>
              <a:t>Flowchart of JavaScript If...else statement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22</a:t>
            </a:fld>
            <a:endParaRPr lang="ar-S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25916" y="2125706"/>
            <a:ext cx="4081694" cy="324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1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Example of if-else statement in JavaScript:</a:t>
            </a:r>
            <a:endParaRPr lang="ar-SA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833" y="2249424"/>
            <a:ext cx="9720073" cy="40233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Let’s see the example of if-else statement in JavaScript to find out the even or odd number.</a:t>
            </a:r>
          </a:p>
          <a:p>
            <a:pPr marL="0" lvl="0" indent="0">
              <a:buNone/>
            </a:pPr>
            <a:r>
              <a:rPr lang="en-US" b="1" dirty="0"/>
              <a:t>&lt;script&gt;</a:t>
            </a:r>
            <a:r>
              <a:rPr lang="en-US" dirty="0"/>
              <a:t>  </a:t>
            </a:r>
          </a:p>
          <a:p>
            <a:pPr marL="0" lvl="0" indent="0">
              <a:buNone/>
            </a:pPr>
            <a:r>
              <a:rPr lang="en-US" dirty="0" err="1"/>
              <a:t>var</a:t>
            </a:r>
            <a:r>
              <a:rPr lang="en-US" dirty="0"/>
              <a:t> a=20;  </a:t>
            </a:r>
          </a:p>
          <a:p>
            <a:pPr marL="0" lvl="0" indent="0">
              <a:buNone/>
            </a:pPr>
            <a:r>
              <a:rPr lang="en-US" dirty="0"/>
              <a:t>if(a%2==0){  </a:t>
            </a:r>
          </a:p>
          <a:p>
            <a:pPr marL="0" lv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("a is even number");  </a:t>
            </a:r>
          </a:p>
          <a:p>
            <a:pPr marL="0" lvl="0" indent="0">
              <a:buNone/>
            </a:pPr>
            <a:r>
              <a:rPr lang="en-US" dirty="0"/>
              <a:t>}  </a:t>
            </a:r>
          </a:p>
          <a:p>
            <a:pPr marL="0" lvl="0" indent="0">
              <a:buNone/>
            </a:pPr>
            <a:r>
              <a:rPr lang="en-US" dirty="0"/>
              <a:t>else{  </a:t>
            </a:r>
          </a:p>
          <a:p>
            <a:pPr marL="0" lv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("a is odd number");  </a:t>
            </a:r>
          </a:p>
          <a:p>
            <a:pPr marL="0" lvl="0" indent="0">
              <a:buNone/>
            </a:pPr>
            <a:r>
              <a:rPr lang="en-US" dirty="0"/>
              <a:t>}  </a:t>
            </a:r>
          </a:p>
          <a:p>
            <a:pPr marL="0" lvl="0" indent="0">
              <a:buNone/>
            </a:pPr>
            <a:r>
              <a:rPr lang="en-US" b="1" dirty="0"/>
              <a:t>&lt;/script&gt;</a:t>
            </a:r>
          </a:p>
          <a:p>
            <a:pPr marL="0" lvl="0" indent="0">
              <a:buNone/>
            </a:pPr>
            <a:r>
              <a:rPr lang="en-US" b="1" dirty="0"/>
              <a:t>Output of the above 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is even number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8496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95" y="769700"/>
            <a:ext cx="9720072" cy="489605"/>
          </a:xfrm>
        </p:spPr>
        <p:txBody>
          <a:bodyPr>
            <a:noAutofit/>
          </a:bodyPr>
          <a:lstStyle/>
          <a:p>
            <a:r>
              <a:rPr lang="en-US" sz="4000" b="1" dirty="0"/>
              <a:t>JavaScript If...else if statement:</a:t>
            </a:r>
            <a:endParaRPr lang="ar-S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358" y="1531438"/>
            <a:ext cx="10912642" cy="5390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It evaluates the content only if expression is true from several expressions. The signature of JavaScript if else if statement is given below.</a:t>
            </a:r>
          </a:p>
          <a:p>
            <a:pPr marL="0" lvl="0" indent="0">
              <a:buNone/>
            </a:pPr>
            <a:r>
              <a:rPr lang="en-US" sz="1600" dirty="0"/>
              <a:t>if(expression1){  </a:t>
            </a:r>
          </a:p>
          <a:p>
            <a:pPr marL="0" lvl="0" indent="0">
              <a:buNone/>
            </a:pPr>
            <a:r>
              <a:rPr lang="en-US" sz="1600" dirty="0"/>
              <a:t>//content to be evaluated if expression1 is true  </a:t>
            </a:r>
          </a:p>
          <a:p>
            <a:pPr marL="0" lvl="0" indent="0">
              <a:buNone/>
            </a:pPr>
            <a:r>
              <a:rPr lang="en-US" sz="1600" dirty="0"/>
              <a:t>}  </a:t>
            </a:r>
          </a:p>
          <a:p>
            <a:pPr marL="0" lvl="0" indent="0">
              <a:buNone/>
            </a:pPr>
            <a:r>
              <a:rPr lang="en-US" sz="1600" dirty="0"/>
              <a:t>else if(expression2){  </a:t>
            </a:r>
          </a:p>
          <a:p>
            <a:pPr marL="0" lvl="0" indent="0">
              <a:buNone/>
            </a:pPr>
            <a:r>
              <a:rPr lang="en-US" sz="1600" dirty="0"/>
              <a:t>//content to be evaluated if expression2 is true  </a:t>
            </a:r>
          </a:p>
          <a:p>
            <a:pPr marL="0" lvl="0" indent="0">
              <a:buNone/>
            </a:pPr>
            <a:r>
              <a:rPr lang="en-US" sz="1600" dirty="0"/>
              <a:t>}  </a:t>
            </a:r>
          </a:p>
          <a:p>
            <a:pPr marL="0" lvl="0" indent="0">
              <a:buNone/>
            </a:pPr>
            <a:r>
              <a:rPr lang="en-US" sz="1600" dirty="0"/>
              <a:t>else if(expression3){  </a:t>
            </a:r>
          </a:p>
          <a:p>
            <a:pPr marL="0" lvl="0" indent="0">
              <a:buNone/>
            </a:pPr>
            <a:r>
              <a:rPr lang="en-US" sz="1600" dirty="0"/>
              <a:t>//content to be evaluated if expression3 is true  </a:t>
            </a:r>
          </a:p>
          <a:p>
            <a:pPr marL="0" lvl="0" indent="0">
              <a:buNone/>
            </a:pPr>
            <a:r>
              <a:rPr lang="en-US" sz="1600" dirty="0"/>
              <a:t>}  </a:t>
            </a:r>
          </a:p>
          <a:p>
            <a:pPr marL="0" lvl="0" indent="0">
              <a:buNone/>
            </a:pPr>
            <a:r>
              <a:rPr lang="en-US" sz="1600" dirty="0"/>
              <a:t>else{  </a:t>
            </a:r>
          </a:p>
          <a:p>
            <a:pPr marL="0" lvl="0" indent="0">
              <a:buNone/>
            </a:pPr>
            <a:r>
              <a:rPr lang="en-US" sz="1600" dirty="0"/>
              <a:t>//content to be evaluated if no expression is true  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ar-SA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87624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0218"/>
          </a:xfrm>
        </p:spPr>
        <p:txBody>
          <a:bodyPr>
            <a:noAutofit/>
          </a:bodyPr>
          <a:lstStyle/>
          <a:p>
            <a:r>
              <a:rPr lang="en-US" sz="4000" b="1" dirty="0"/>
              <a:t>Example of if else if statement in JavaScript:</a:t>
            </a:r>
            <a:endParaRPr lang="ar-SA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141" y="986760"/>
            <a:ext cx="10763553" cy="5702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Let’s see the simple example of if else if statement in JavaScript.</a:t>
            </a:r>
          </a:p>
          <a:p>
            <a:pPr marL="0" lvl="0" indent="0">
              <a:buNone/>
            </a:pPr>
            <a:r>
              <a:rPr lang="en-US" sz="1100" b="1" dirty="0"/>
              <a:t>&lt;script&gt;</a:t>
            </a:r>
            <a:r>
              <a:rPr lang="en-US" sz="1100" dirty="0"/>
              <a:t>  </a:t>
            </a:r>
          </a:p>
          <a:p>
            <a:pPr marL="0" lvl="0" indent="0">
              <a:buNone/>
            </a:pPr>
            <a:r>
              <a:rPr lang="en-US" sz="1100" dirty="0" err="1"/>
              <a:t>var</a:t>
            </a:r>
            <a:r>
              <a:rPr lang="en-US" sz="1100" dirty="0"/>
              <a:t> a=20;  </a:t>
            </a:r>
          </a:p>
          <a:p>
            <a:pPr marL="0" lvl="0" indent="0">
              <a:buNone/>
            </a:pPr>
            <a:r>
              <a:rPr lang="en-US" sz="1100" dirty="0"/>
              <a:t>if(a==10){  </a:t>
            </a:r>
          </a:p>
          <a:p>
            <a:pPr marL="0" lvl="0" indent="0">
              <a:buNone/>
            </a:pPr>
            <a:r>
              <a:rPr lang="en-US" sz="1100" dirty="0" err="1"/>
              <a:t>document.write</a:t>
            </a:r>
            <a:r>
              <a:rPr lang="en-US" sz="1100" dirty="0"/>
              <a:t>("a is equal to 10");  </a:t>
            </a:r>
          </a:p>
          <a:p>
            <a:pPr marL="0" lvl="0" indent="0">
              <a:buNone/>
            </a:pPr>
            <a:r>
              <a:rPr lang="en-US" sz="1100" dirty="0"/>
              <a:t>}  </a:t>
            </a:r>
          </a:p>
          <a:p>
            <a:pPr marL="0" lvl="0" indent="0">
              <a:buNone/>
            </a:pPr>
            <a:r>
              <a:rPr lang="en-US" sz="1100" dirty="0"/>
              <a:t>else if(a==15){  </a:t>
            </a:r>
          </a:p>
          <a:p>
            <a:pPr marL="0" lvl="0" indent="0">
              <a:buNone/>
            </a:pPr>
            <a:r>
              <a:rPr lang="en-US" sz="1100" dirty="0" err="1"/>
              <a:t>document.write</a:t>
            </a:r>
            <a:r>
              <a:rPr lang="en-US" sz="1100" dirty="0"/>
              <a:t>("a is equal to 15");  </a:t>
            </a:r>
          </a:p>
          <a:p>
            <a:pPr marL="0" lvl="0" indent="0">
              <a:buNone/>
            </a:pPr>
            <a:r>
              <a:rPr lang="en-US" sz="1100" dirty="0"/>
              <a:t>}  </a:t>
            </a:r>
          </a:p>
          <a:p>
            <a:pPr marL="0" lvl="0" indent="0">
              <a:buNone/>
            </a:pPr>
            <a:r>
              <a:rPr lang="en-US" sz="1100" dirty="0"/>
              <a:t>else if(a==20){  </a:t>
            </a:r>
          </a:p>
          <a:p>
            <a:pPr marL="0" lvl="0" indent="0">
              <a:buNone/>
            </a:pPr>
            <a:r>
              <a:rPr lang="en-US" sz="1100" dirty="0" err="1"/>
              <a:t>document.write</a:t>
            </a:r>
            <a:r>
              <a:rPr lang="en-US" sz="1100" dirty="0"/>
              <a:t>("a is equal to 20");  </a:t>
            </a:r>
          </a:p>
          <a:p>
            <a:pPr marL="0" lvl="0" indent="0">
              <a:buNone/>
            </a:pPr>
            <a:r>
              <a:rPr lang="en-US" sz="1100" dirty="0"/>
              <a:t>}  </a:t>
            </a:r>
          </a:p>
          <a:p>
            <a:pPr marL="0" lvl="0" indent="0">
              <a:buNone/>
            </a:pPr>
            <a:r>
              <a:rPr lang="en-US" sz="1100" dirty="0"/>
              <a:t>else{  </a:t>
            </a:r>
          </a:p>
          <a:p>
            <a:pPr marL="0" lvl="0" indent="0">
              <a:buNone/>
            </a:pPr>
            <a:r>
              <a:rPr lang="en-US" sz="1100" dirty="0" err="1"/>
              <a:t>document.write</a:t>
            </a:r>
            <a:r>
              <a:rPr lang="en-US" sz="1100" dirty="0"/>
              <a:t>("a is not equal to 10, 15 or 20");  </a:t>
            </a:r>
          </a:p>
          <a:p>
            <a:pPr marL="0" lvl="0" indent="0">
              <a:buNone/>
            </a:pPr>
            <a:r>
              <a:rPr lang="en-US" sz="1100" dirty="0"/>
              <a:t>}  </a:t>
            </a:r>
          </a:p>
          <a:p>
            <a:pPr marL="0" lvl="0" indent="0">
              <a:buNone/>
            </a:pPr>
            <a:r>
              <a:rPr lang="en-US" sz="1100" b="1" dirty="0"/>
              <a:t>&lt;/script&gt;</a:t>
            </a:r>
            <a:r>
              <a:rPr lang="en-US" sz="1100" dirty="0"/>
              <a:t>  </a:t>
            </a:r>
          </a:p>
          <a:p>
            <a:pPr marL="0" indent="0">
              <a:buNone/>
            </a:pPr>
            <a:r>
              <a:rPr lang="x-none" sz="1100" b="1" i="1" dirty="0"/>
              <a:t>Output of the above example</a:t>
            </a:r>
            <a:endParaRPr lang="en-US" sz="1100" b="1" i="1" dirty="0"/>
          </a:p>
          <a:p>
            <a:pPr marL="0" indent="0">
              <a:buNone/>
            </a:pPr>
            <a:r>
              <a:rPr lang="en-US" sz="1100" dirty="0"/>
              <a:t>a is equal to 20</a:t>
            </a:r>
            <a:endParaRPr lang="ar-SA" sz="1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22432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switch statement in JavaScript: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389" y="1831596"/>
            <a:ext cx="10515600" cy="463910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The </a:t>
            </a:r>
            <a:r>
              <a:rPr lang="en-US" b="1" dirty="0"/>
              <a:t>switch</a:t>
            </a:r>
            <a:r>
              <a:rPr lang="en-US" dirty="0"/>
              <a:t> is a conditional statement like if statement. Switch is useful when you want to execute one of the multiple code blocks based on the return value of a specified expression.</a:t>
            </a:r>
          </a:p>
          <a:p>
            <a:pPr marL="0" indent="0" latinLnBrk="1">
              <a:buNone/>
            </a:pPr>
            <a:r>
              <a:rPr lang="en-US" b="1" dirty="0"/>
              <a:t>Syntax: 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switch(expression or literal value){</a:t>
            </a:r>
          </a:p>
          <a:p>
            <a:pPr marL="0" indent="0" latinLnBrk="1">
              <a:buNone/>
            </a:pPr>
            <a:r>
              <a:rPr lang="en-US" dirty="0"/>
              <a:t>    case 1:</a:t>
            </a:r>
          </a:p>
          <a:p>
            <a:pPr marL="0" indent="0" latinLnBrk="1">
              <a:buNone/>
            </a:pPr>
            <a:r>
              <a:rPr lang="en-US" dirty="0"/>
              <a:t>        //code to be executed</a:t>
            </a:r>
          </a:p>
          <a:p>
            <a:pPr marL="0" indent="0" latinLnBrk="1">
              <a:buNone/>
            </a:pPr>
            <a:r>
              <a:rPr lang="en-US" dirty="0"/>
              <a:t>      break;</a:t>
            </a:r>
          </a:p>
          <a:p>
            <a:pPr marL="0" indent="0" latinLnBrk="1">
              <a:buNone/>
            </a:pPr>
            <a:r>
              <a:rPr lang="en-US" dirty="0"/>
              <a:t>    case 2:</a:t>
            </a:r>
          </a:p>
          <a:p>
            <a:pPr marL="0" indent="0" latinLnBrk="1">
              <a:buNone/>
            </a:pPr>
            <a:r>
              <a:rPr lang="en-US" dirty="0"/>
              <a:t>        //code to be executed</a:t>
            </a:r>
          </a:p>
          <a:p>
            <a:pPr marL="0" indent="0" latinLnBrk="1">
              <a:buNone/>
            </a:pPr>
            <a:r>
              <a:rPr lang="en-US" dirty="0"/>
              <a:t>        break;</a:t>
            </a:r>
          </a:p>
          <a:p>
            <a:pPr marL="0" indent="0" latinLnBrk="1">
              <a:buNone/>
            </a:pPr>
            <a:r>
              <a:rPr lang="en-US" dirty="0"/>
              <a:t>    case n:</a:t>
            </a:r>
          </a:p>
          <a:p>
            <a:pPr marL="0" indent="0" latinLnBrk="1">
              <a:buNone/>
            </a:pPr>
            <a:r>
              <a:rPr lang="en-US" dirty="0"/>
              <a:t>        //code to be executed</a:t>
            </a:r>
          </a:p>
          <a:p>
            <a:pPr marL="0" indent="0" latinLnBrk="1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default: //default code to be executed   if none of the above case executed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26575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66" y="548640"/>
            <a:ext cx="10515600" cy="1264170"/>
          </a:xfrm>
        </p:spPr>
        <p:txBody>
          <a:bodyPr/>
          <a:lstStyle/>
          <a:p>
            <a:r>
              <a:rPr lang="en-US" b="1" dirty="0"/>
              <a:t>switch statement in JavaScript: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switch is a conditional statement like if statement.</a:t>
            </a:r>
          </a:p>
          <a:p>
            <a:pPr lvl="0"/>
            <a:r>
              <a:rPr lang="en-US" dirty="0"/>
              <a:t>A switch statement includes literal value or is expression based</a:t>
            </a:r>
          </a:p>
          <a:p>
            <a:pPr lvl="0"/>
            <a:r>
              <a:rPr lang="en-US" dirty="0"/>
              <a:t>A switch statement includes multiple cases that include code blocks to execute.</a:t>
            </a:r>
          </a:p>
          <a:p>
            <a:pPr lvl="0"/>
            <a:r>
              <a:rPr lang="en-US" dirty="0"/>
              <a:t>A break keyword is used to stop the execution of case block.</a:t>
            </a:r>
          </a:p>
          <a:p>
            <a:r>
              <a:rPr lang="en-US" dirty="0"/>
              <a:t>A switch case can be combined to execute same code block for multiple cases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32881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 in JavaScript:</a:t>
            </a:r>
            <a:endParaRPr lang="ar-S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JavaScript includes for loop like Java or C#. Use for loop to execute code repeatedly.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 latinLnBrk="1">
              <a:buNone/>
            </a:pPr>
            <a:r>
              <a:rPr lang="en-US" dirty="0"/>
              <a:t>for(initializer; condition; iteration)</a:t>
            </a:r>
          </a:p>
          <a:p>
            <a:pPr marL="0" indent="0" latinLnBrk="1">
              <a:buNone/>
            </a:pPr>
            <a:r>
              <a:rPr lang="en-US" dirty="0"/>
              <a:t>{</a:t>
            </a:r>
          </a:p>
          <a:p>
            <a:pPr marL="0" indent="0" latinLnBrk="1">
              <a:buNone/>
            </a:pPr>
            <a:r>
              <a:rPr lang="en-US" dirty="0"/>
              <a:t>    // Code to be executed</a:t>
            </a:r>
          </a:p>
          <a:p>
            <a:pPr marL="0" indent="0" latinLnBrk="1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The for loop requires following three parts.</a:t>
            </a:r>
          </a:p>
          <a:p>
            <a:pPr marL="0" lvl="0" indent="0">
              <a:buNone/>
            </a:pPr>
            <a:r>
              <a:rPr lang="en-US" dirty="0"/>
              <a:t>Initializer: Initialize a counter variable to start with</a:t>
            </a:r>
          </a:p>
          <a:p>
            <a:pPr marL="0" lvl="0" indent="0">
              <a:buNone/>
            </a:pPr>
            <a:r>
              <a:rPr lang="en-US" dirty="0"/>
              <a:t>Condition: specify a condition that must evaluate to true for next iteration</a:t>
            </a:r>
          </a:p>
          <a:p>
            <a:pPr marL="0" indent="0">
              <a:buNone/>
            </a:pPr>
            <a:r>
              <a:rPr lang="en-US" dirty="0"/>
              <a:t>Iteration: increase or decrease counter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67940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for loop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latinLnBrk="1">
              <a:buNone/>
            </a:pPr>
            <a:r>
              <a:rPr lang="en-US" dirty="0"/>
              <a:t>for (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 latinLnBrk="1">
              <a:buNone/>
            </a:pPr>
            <a:r>
              <a:rPr lang="en-US" dirty="0"/>
              <a:t>{</a:t>
            </a:r>
          </a:p>
          <a:p>
            <a:pPr marL="0" indent="0" latinLnBrk="1">
              <a:buNone/>
            </a:pPr>
            <a:r>
              <a:rPr lang="en-US" dirty="0"/>
              <a:t>    console.log(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latinLnBrk="1">
              <a:buNone/>
            </a:pPr>
            <a:r>
              <a:rPr lang="en-US" dirty="0"/>
              <a:t>}</a:t>
            </a:r>
          </a:p>
          <a:p>
            <a:pPr marL="0" lvl="0" indent="0">
              <a:buNone/>
            </a:pPr>
            <a:r>
              <a:rPr lang="en-US" dirty="0"/>
              <a:t>JavaScript for loop is used to execute code repeatedly.</a:t>
            </a:r>
          </a:p>
          <a:p>
            <a:pPr marL="0" lvl="0" indent="0">
              <a:buNone/>
            </a:pPr>
            <a:r>
              <a:rPr lang="en-US" dirty="0"/>
              <a:t>for loop includes three parts: initialization, condition and iteration. e.g. for(initializer; condition; iteration){ ... }</a:t>
            </a:r>
          </a:p>
          <a:p>
            <a:pPr marL="0" lvl="0" indent="0">
              <a:buNone/>
            </a:pPr>
            <a:r>
              <a:rPr lang="en-US" dirty="0"/>
              <a:t>The code block can be wrapped with { } brackets.</a:t>
            </a:r>
          </a:p>
          <a:p>
            <a:pPr marL="0" indent="0">
              <a:buNone/>
            </a:pPr>
            <a:r>
              <a:rPr lang="en-US" dirty="0"/>
              <a:t>An initializer can be specified before starting for loop. The condition and increment statements can be included inside the block.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8802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66" y="621799"/>
            <a:ext cx="10515600" cy="1064664"/>
          </a:xfrm>
        </p:spPr>
        <p:txBody>
          <a:bodyPr/>
          <a:lstStyle/>
          <a:p>
            <a:r>
              <a:rPr lang="en-US" b="1" dirty="0"/>
              <a:t>While loop: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979" y="1861326"/>
            <a:ext cx="11155680" cy="48836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includes while loop to execute code repeatedly till it satisfies a specified condition. Unlike for loop, while loop only requires condition expression.</a:t>
            </a:r>
          </a:p>
          <a:p>
            <a:r>
              <a:rPr lang="en-US" dirty="0"/>
              <a:t>Example of while loop: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=;</a:t>
            </a:r>
          </a:p>
          <a:p>
            <a:pPr marL="0" indent="0">
              <a:buNone/>
            </a:pPr>
            <a:r>
              <a:rPr lang="en-US" dirty="0"/>
              <a:t>while&lt;</a:t>
            </a:r>
            <a:r>
              <a:rPr lang="en-US" dirty="0" err="1"/>
              <a:t>i</a:t>
            </a:r>
            <a:r>
              <a:rPr lang="en-US" dirty="0"/>
              <a:t> &lt; 5)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0 1 2 3 4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89428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dirty="0"/>
              <a:t>Do-while loop: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JavaScript includes another </a:t>
            </a:r>
            <a:r>
              <a:rPr lang="en-US" dirty="0" err="1"/>
              <a:t>flavour</a:t>
            </a:r>
            <a:r>
              <a:rPr lang="en-US" dirty="0"/>
              <a:t> of while loop, that is do-while loop. </a:t>
            </a:r>
            <a:r>
              <a:rPr lang="en-US" b="1" dirty="0"/>
              <a:t>The do-while loop is similar to while loop the only difference is it evaluates condition expression after the execution of code block</a:t>
            </a:r>
            <a:r>
              <a:rPr lang="en-US" dirty="0"/>
              <a:t>. </a:t>
            </a:r>
            <a:r>
              <a:rPr lang="en-US" b="1" dirty="0"/>
              <a:t>So do-while loop will execute the code block at least once.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// code to be executed</a:t>
            </a:r>
          </a:p>
          <a:p>
            <a:pPr marL="0" indent="0">
              <a:buNone/>
            </a:pPr>
            <a:r>
              <a:rPr lang="en-US" dirty="0"/>
              <a:t>} while (condition expression)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98290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do-while loop:</a:t>
            </a:r>
            <a:endParaRPr lang="ar-S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5282"/>
            <a:ext cx="10515600" cy="4407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457200" lvl="1" indent="0">
              <a:buNone/>
            </a:pPr>
            <a:r>
              <a:rPr lang="en-US" dirty="0"/>
              <a:t>alert(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457200" lvl="1" indent="0">
              <a:buNone/>
            </a:pP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457200" lvl="1" indent="0">
              <a:buNone/>
            </a:pPr>
            <a:r>
              <a:rPr lang="en-US" dirty="0"/>
              <a:t>} while (</a:t>
            </a:r>
            <a:r>
              <a:rPr lang="en-US" dirty="0" err="1"/>
              <a:t>i</a:t>
            </a:r>
            <a:r>
              <a:rPr lang="en-US" dirty="0"/>
              <a:t> &lt; 5)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Output:</a:t>
            </a:r>
          </a:p>
          <a:p>
            <a:pPr marL="457200" lvl="1" indent="0">
              <a:buNone/>
            </a:pPr>
            <a:r>
              <a:rPr lang="en-US" dirty="0"/>
              <a:t>0 1 2 3 4</a:t>
            </a:r>
          </a:p>
          <a:p>
            <a:pPr lvl="0" algn="just"/>
            <a:r>
              <a:rPr lang="en-US" dirty="0"/>
              <a:t>JavaScript while loop &amp; do-while loop execute the code block repeatedly till conditional expression returns true.</a:t>
            </a:r>
            <a:endParaRPr lang="en-US" sz="2400" dirty="0"/>
          </a:p>
          <a:p>
            <a:pPr algn="just"/>
            <a:r>
              <a:rPr lang="en-US" dirty="0"/>
              <a:t>do-while loop executes the code at least once even if condition returns false.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15093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dirty="0"/>
              <a:t>Scope in JavaScript: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JavaScript has global scope and local scope.</a:t>
            </a:r>
          </a:p>
          <a:p>
            <a:pPr lvl="0"/>
            <a:r>
              <a:rPr lang="en-US" dirty="0"/>
              <a:t>Variables declared and initialized outside any function become global variables.</a:t>
            </a:r>
          </a:p>
          <a:p>
            <a:pPr lvl="0"/>
            <a:r>
              <a:rPr lang="en-US" dirty="0"/>
              <a:t>Variables declared and initialized inside function becomes local variables to that function.</a:t>
            </a:r>
          </a:p>
          <a:p>
            <a:pPr lvl="0"/>
            <a:r>
              <a:rPr lang="en-US" dirty="0"/>
              <a:t>Variables declared without </a:t>
            </a:r>
            <a:r>
              <a:rPr lang="en-US" b="1" dirty="0" err="1"/>
              <a:t>var</a:t>
            </a:r>
            <a:r>
              <a:rPr lang="en-US" dirty="0"/>
              <a:t> keyword inside any function becomes global variables automatically.</a:t>
            </a:r>
          </a:p>
          <a:p>
            <a:pPr lvl="0"/>
            <a:r>
              <a:rPr lang="en-US" dirty="0"/>
              <a:t>Global variables can be accessed and modified anywhere in the program.</a:t>
            </a:r>
          </a:p>
          <a:p>
            <a:pPr lvl="0"/>
            <a:r>
              <a:rPr lang="en-US" dirty="0"/>
              <a:t>Local variables cannot be accessed outside the function declaration.</a:t>
            </a:r>
          </a:p>
          <a:p>
            <a:pPr lvl="0"/>
            <a:r>
              <a:rPr lang="en-US" dirty="0"/>
              <a:t>Global variable and local variable can have same name without affecting each other.</a:t>
            </a:r>
          </a:p>
          <a:p>
            <a:r>
              <a:rPr lang="en-US" dirty="0"/>
              <a:t>JavaScript does not allow block level scope inside { } brackets.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5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34438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تكامل">
  <a:themeElements>
    <a:clrScheme name="تكامل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تكامل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تكامل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325</TotalTime>
  <Words>3132</Words>
  <Application>Microsoft Office PowerPoint</Application>
  <PresentationFormat>شاشة عريضة</PresentationFormat>
  <Paragraphs>518</Paragraphs>
  <Slides>33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38" baseType="lpstr">
      <vt:lpstr>Calibri</vt:lpstr>
      <vt:lpstr>Tw Cen MT</vt:lpstr>
      <vt:lpstr>Tw Cen MT Condensed</vt:lpstr>
      <vt:lpstr>Wingdings 3</vt:lpstr>
      <vt:lpstr>تكامل</vt:lpstr>
      <vt:lpstr>Internet Technologies MIS-341-4</vt:lpstr>
      <vt:lpstr>Introduction to Java Script</vt:lpstr>
      <vt:lpstr>JavaScript Engine:</vt:lpstr>
      <vt:lpstr>Advantages of JavaScript:</vt:lpstr>
      <vt:lpstr>Setup Development Environment for JavaScript:</vt:lpstr>
      <vt:lpstr>Java code:</vt:lpstr>
      <vt:lpstr>Keywords:</vt:lpstr>
      <vt:lpstr>JavaScript variable:</vt:lpstr>
      <vt:lpstr>JavaScript local &amp; global variable:</vt:lpstr>
      <vt:lpstr>JavaScript Data Types:</vt:lpstr>
      <vt:lpstr>JavaScript primitive data types:</vt:lpstr>
      <vt:lpstr>JavaScript non-primitive data types:</vt:lpstr>
      <vt:lpstr>JavaScript Operators:</vt:lpstr>
      <vt:lpstr>JavaScript Arithmetic Operators:</vt:lpstr>
      <vt:lpstr>JavaScript Comparison Operators:</vt:lpstr>
      <vt:lpstr>JavaScript Bitwise Operators:</vt:lpstr>
      <vt:lpstr>JavaScript Logical Operators:</vt:lpstr>
      <vt:lpstr>JavaScript Special Operators:</vt:lpstr>
      <vt:lpstr>Java Script  Assignment Operators:</vt:lpstr>
      <vt:lpstr>JavaScript If-else statement:</vt:lpstr>
      <vt:lpstr>JavaScript If statement:</vt:lpstr>
      <vt:lpstr>JavaScript If...else Statement:</vt:lpstr>
      <vt:lpstr>Example of if-else statement in JavaScript:</vt:lpstr>
      <vt:lpstr>JavaScript If...else if statement:</vt:lpstr>
      <vt:lpstr>Example of if else if statement in JavaScript:</vt:lpstr>
      <vt:lpstr>switch statement in JavaScript:</vt:lpstr>
      <vt:lpstr>switch statement in JavaScript:</vt:lpstr>
      <vt:lpstr>for loop in JavaScript:</vt:lpstr>
      <vt:lpstr>Example: for loop</vt:lpstr>
      <vt:lpstr>While loop:</vt:lpstr>
      <vt:lpstr>Do-while loop:</vt:lpstr>
      <vt:lpstr>Example do-while loop:</vt:lpstr>
      <vt:lpstr>Scope in JavaScript:</vt:lpstr>
    </vt:vector>
  </TitlesOfParts>
  <Company>KING KHALID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MUHAMMAD DILDAR</dc:creator>
  <cp:lastModifiedBy>omer ltag</cp:lastModifiedBy>
  <cp:revision>29</cp:revision>
  <dcterms:created xsi:type="dcterms:W3CDTF">2022-12-13T07:08:36Z</dcterms:created>
  <dcterms:modified xsi:type="dcterms:W3CDTF">2025-02-23T09:26:42Z</dcterms:modified>
</cp:coreProperties>
</file>