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ad Asiri" userId="02591a92edc1e609" providerId="LiveId" clId="{C5BBB408-45F7-45FB-862D-3E781F6475A5}"/>
    <pc:docChg chg="modSld">
      <pc:chgData name="Raghad Asiri" userId="02591a92edc1e609" providerId="LiveId" clId="{C5BBB408-45F7-45FB-862D-3E781F6475A5}" dt="2024-09-14T15:06:46.536" v="0"/>
      <pc:docMkLst>
        <pc:docMk/>
      </pc:docMkLst>
      <pc:sldChg chg="modSp">
        <pc:chgData name="Raghad Asiri" userId="02591a92edc1e609" providerId="LiveId" clId="{C5BBB408-45F7-45FB-862D-3E781F6475A5}" dt="2024-09-14T15:06:46.536" v="0"/>
        <pc:sldMkLst>
          <pc:docMk/>
          <pc:sldMk cId="603625458" sldId="256"/>
        </pc:sldMkLst>
      </pc:sldChg>
      <pc:sldChg chg="modSp">
        <pc:chgData name="Raghad Asiri" userId="02591a92edc1e609" providerId="LiveId" clId="{C5BBB408-45F7-45FB-862D-3E781F6475A5}" dt="2024-09-14T15:06:46.536" v="0"/>
        <pc:sldMkLst>
          <pc:docMk/>
          <pc:sldMk cId="1030524605" sldId="257"/>
        </pc:sldMkLst>
      </pc:sldChg>
      <pc:sldChg chg="modSp">
        <pc:chgData name="Raghad Asiri" userId="02591a92edc1e609" providerId="LiveId" clId="{C5BBB408-45F7-45FB-862D-3E781F6475A5}" dt="2024-09-14T15:06:46.536" v="0"/>
        <pc:sldMkLst>
          <pc:docMk/>
          <pc:sldMk cId="600836426" sldId="258"/>
        </pc:sldMkLst>
      </pc:sldChg>
      <pc:sldChg chg="modSp">
        <pc:chgData name="Raghad Asiri" userId="02591a92edc1e609" providerId="LiveId" clId="{C5BBB408-45F7-45FB-862D-3E781F6475A5}" dt="2024-09-14T15:06:46.536" v="0"/>
        <pc:sldMkLst>
          <pc:docMk/>
          <pc:sldMk cId="4104179344" sldId="259"/>
        </pc:sldMkLst>
      </pc:sldChg>
      <pc:sldChg chg="modSp">
        <pc:chgData name="Raghad Asiri" userId="02591a92edc1e609" providerId="LiveId" clId="{C5BBB408-45F7-45FB-862D-3E781F6475A5}" dt="2024-09-14T15:06:46.536" v="0"/>
        <pc:sldMkLst>
          <pc:docMk/>
          <pc:sldMk cId="4193488573" sldId="260"/>
        </pc:sldMkLst>
      </pc:sldChg>
    </pc:docChg>
  </pc:docChgLst>
  <pc:docChgLst>
    <pc:chgData name="omer ltag" userId="83a4243e0f7a2aa8" providerId="LiveId" clId="{E663E357-A379-4510-9258-4329E8599497}"/>
    <pc:docChg chg="modSld">
      <pc:chgData name="omer ltag" userId="83a4243e0f7a2aa8" providerId="LiveId" clId="{E663E357-A379-4510-9258-4329E8599497}" dt="2025-02-06T19:31:53.217" v="63" actId="1035"/>
      <pc:docMkLst>
        <pc:docMk/>
      </pc:docMkLst>
      <pc:sldChg chg="modSp mod">
        <pc:chgData name="omer ltag" userId="83a4243e0f7a2aa8" providerId="LiveId" clId="{E663E357-A379-4510-9258-4329E8599497}" dt="2025-02-06T19:31:53.217" v="63" actId="1035"/>
        <pc:sldMkLst>
          <pc:docMk/>
          <pc:sldMk cId="600836426" sldId="258"/>
        </pc:sldMkLst>
        <pc:picChg chg="mod">
          <ac:chgData name="omer ltag" userId="83a4243e0f7a2aa8" providerId="LiveId" clId="{E663E357-A379-4510-9258-4329E8599497}" dt="2025-02-06T19:31:53.217" v="63" actId="1035"/>
          <ac:picMkLst>
            <pc:docMk/>
            <pc:sldMk cId="600836426" sldId="258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97F01-C10B-4595-9F39-D9C3636F7E7E}" type="datetimeFigureOut">
              <a:rPr lang="en-US" smtClean="0"/>
              <a:pPr/>
              <a:t>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A54A28-23FF-4BEA-93D2-945B1DBF21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BCD65B0-23B2-40E7-94B5-E204DCD3A5F6}" type="datetime1">
              <a:rPr lang="ar-SA" smtClean="0"/>
              <a:pPr/>
              <a:t>08/08/46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4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423767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65B0-23B2-40E7-94B5-E204DCD3A5F6}" type="datetime1">
              <a:rPr lang="ar-SA" smtClean="0"/>
              <a:pPr/>
              <a:t>08/08/46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4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3705271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65B0-23B2-40E7-94B5-E204DCD3A5F6}" type="datetime1">
              <a:rPr lang="ar-SA" smtClean="0"/>
              <a:pPr/>
              <a:t>08/08/46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4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750921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65B0-23B2-40E7-94B5-E204DCD3A5F6}" type="datetime1">
              <a:rPr lang="ar-SA" smtClean="0"/>
              <a:pPr/>
              <a:t>08/08/46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4</a:t>
            </a:r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3425402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65B0-23B2-40E7-94B5-E204DCD3A5F6}" type="datetime1">
              <a:rPr lang="ar-SA" smtClean="0"/>
              <a:pPr/>
              <a:t>08/08/46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4</a:t>
            </a:r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67461124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65B0-23B2-40E7-94B5-E204DCD3A5F6}" type="datetime1">
              <a:rPr lang="ar-SA" smtClean="0"/>
              <a:pPr/>
              <a:t>08/08/46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4</a:t>
            </a:r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8560495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65B0-23B2-40E7-94B5-E204DCD3A5F6}" type="datetime1">
              <a:rPr lang="ar-SA" smtClean="0"/>
              <a:pPr/>
              <a:t>08/08/46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4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3289702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65B0-23B2-40E7-94B5-E204DCD3A5F6}" type="datetime1">
              <a:rPr lang="ar-SA" smtClean="0"/>
              <a:pPr/>
              <a:t>08/08/46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4</a:t>
            </a:r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95596715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65B0-23B2-40E7-94B5-E204DCD3A5F6}" type="datetime1">
              <a:rPr lang="ar-SA" smtClean="0"/>
              <a:pPr/>
              <a:t>08/08/46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4</a:t>
            </a:r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819589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65B0-23B2-40E7-94B5-E204DCD3A5F6}" type="datetime1">
              <a:rPr lang="ar-SA" smtClean="0"/>
              <a:pPr/>
              <a:t>08/08/46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4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39961342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65B0-23B2-40E7-94B5-E204DCD3A5F6}" type="datetime1">
              <a:rPr lang="ar-SA" smtClean="0"/>
              <a:pPr/>
              <a:t>08/08/46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4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6409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BCD65B0-23B2-40E7-94B5-E204DCD3A5F6}" type="datetime1">
              <a:rPr lang="ar-SA" smtClean="0"/>
              <a:pPr/>
              <a:t>08/08/46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Internet Technologies - Chapter 4</a:t>
            </a:r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E432819-B1C9-4D2F-8F6B-911D67ACBAA2}" type="slidenum">
              <a:rPr lang="ar-SA" smtClean="0"/>
              <a:pPr/>
              <a:t>‹#›</a:t>
            </a:fld>
            <a:endParaRPr lang="ar-SA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7169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Internet Technologies</a:t>
            </a:r>
            <a:br>
              <a:rPr lang="en-US" dirty="0"/>
            </a:br>
            <a:r>
              <a:rPr lang="en-US" dirty="0"/>
              <a:t>MIS-341-4</a:t>
            </a:r>
            <a:endParaRPr lang="ar-S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3600" dirty="0"/>
          </a:p>
          <a:p>
            <a:r>
              <a:rPr lang="en-US" sz="4400" dirty="0"/>
              <a:t>Chapter 4</a:t>
            </a:r>
            <a:endParaRPr lang="ar-SA" sz="3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4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0362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Introduction to Cascading Style Sheets (CSS)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CSS</a:t>
            </a:r>
            <a:r>
              <a:rPr lang="en-US" dirty="0"/>
              <a:t> stands for </a:t>
            </a:r>
            <a:r>
              <a:rPr lang="en-US" b="1" dirty="0"/>
              <a:t>C</a:t>
            </a:r>
            <a:r>
              <a:rPr lang="en-US" dirty="0"/>
              <a:t>ascading </a:t>
            </a:r>
            <a:r>
              <a:rPr lang="en-US" b="1" dirty="0"/>
              <a:t>S</a:t>
            </a:r>
            <a:r>
              <a:rPr lang="en-US" dirty="0"/>
              <a:t>tyle </a:t>
            </a:r>
            <a:r>
              <a:rPr lang="en-US" b="1" dirty="0"/>
              <a:t>S</a:t>
            </a:r>
            <a:r>
              <a:rPr lang="en-US" dirty="0"/>
              <a:t>heets</a:t>
            </a:r>
          </a:p>
          <a:p>
            <a:pPr lvl="0"/>
            <a:r>
              <a:rPr lang="en-US" dirty="0"/>
              <a:t>Styles define </a:t>
            </a:r>
            <a:r>
              <a:rPr lang="en-US" b="1" dirty="0"/>
              <a:t>how to display</a:t>
            </a:r>
            <a:r>
              <a:rPr lang="en-US" dirty="0"/>
              <a:t> HTML elements</a:t>
            </a:r>
          </a:p>
          <a:p>
            <a:pPr lvl="0"/>
            <a:r>
              <a:rPr lang="en-US" dirty="0"/>
              <a:t>Styles were added to HTML 4.0 </a:t>
            </a:r>
            <a:r>
              <a:rPr lang="en-US" b="1" dirty="0"/>
              <a:t>to solve a problem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External Style Sheets</a:t>
            </a:r>
            <a:r>
              <a:rPr lang="en-US" dirty="0"/>
              <a:t> can save a lot of work</a:t>
            </a:r>
          </a:p>
          <a:p>
            <a:r>
              <a:rPr lang="en-US" dirty="0"/>
              <a:t>External Style Sheets are stored in </a:t>
            </a:r>
            <a:r>
              <a:rPr lang="en-US" b="1" dirty="0"/>
              <a:t>CSS files</a:t>
            </a:r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4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30524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CSS Syntax: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dirty="0"/>
              <a:t>A CSS rule has two main parts: a selector, and one or more declarations: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0"/>
            <a:r>
              <a:rPr lang="en-US" dirty="0"/>
              <a:t>The selector is normally the HTML element you want to style. </a:t>
            </a:r>
          </a:p>
          <a:p>
            <a:pPr lvl="0"/>
            <a:r>
              <a:rPr lang="en-US" dirty="0"/>
              <a:t>Each declaration consists of a property and a value. </a:t>
            </a:r>
          </a:p>
          <a:p>
            <a:pPr lvl="0"/>
            <a:r>
              <a:rPr lang="en-US" dirty="0"/>
              <a:t>The property is the style attribute you want to change.</a:t>
            </a:r>
          </a:p>
          <a:p>
            <a:r>
              <a:rPr lang="en-US" dirty="0"/>
              <a:t>Each property has a value.</a:t>
            </a:r>
          </a:p>
          <a:p>
            <a:endParaRPr lang="ar-S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4</a:t>
            </a:r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3</a:t>
            </a:fld>
            <a:endParaRPr lang="ar-SA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64854" y="2308899"/>
            <a:ext cx="6389951" cy="113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836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CSS Id and Class: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lvl="0"/>
            <a:r>
              <a:rPr lang="en-IN" dirty="0"/>
              <a:t>The id selector is used to specify a style for a single, unique element.</a:t>
            </a:r>
            <a:endParaRPr lang="en-US" dirty="0"/>
          </a:p>
          <a:p>
            <a:pPr lvl="0"/>
            <a:r>
              <a:rPr lang="en-IN" dirty="0"/>
              <a:t>The id selector uses the id attribute of the HTML element, and is defined with a "#".</a:t>
            </a:r>
            <a:endParaRPr lang="en-US" dirty="0"/>
          </a:p>
          <a:p>
            <a:r>
              <a:rPr lang="en-IN" dirty="0"/>
              <a:t>The style rule below will be applied to the element with id="para1":</a:t>
            </a:r>
          </a:p>
          <a:p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4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04179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class Selector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The class selector is used to specify a style for a group of elements. Unlike the id selector, the class selector is most often used on several elements.</a:t>
            </a:r>
            <a:endParaRPr lang="en-US" dirty="0"/>
          </a:p>
          <a:p>
            <a:pPr lvl="0"/>
            <a:r>
              <a:rPr lang="en-IN" dirty="0"/>
              <a:t>This allows you to set a particular style for many HTML elements with the same class.</a:t>
            </a:r>
            <a:endParaRPr lang="en-US" dirty="0"/>
          </a:p>
          <a:p>
            <a:r>
              <a:rPr lang="en-IN" dirty="0"/>
              <a:t>The class selector uses the HTML class attribute, and is defined with a "."</a:t>
            </a:r>
            <a:endParaRPr lang="ar-S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Technologies - Chapter 4</a:t>
            </a:r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32819-B1C9-4D2F-8F6B-911D67ACBAA2}" type="slidenum">
              <a:rPr lang="ar-SA" smtClean="0"/>
              <a:pPr/>
              <a:t>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934885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تكامل">
  <a:themeElements>
    <a:clrScheme name="تكامل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تكامل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تكامل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118</TotalTime>
  <Words>263</Words>
  <Application>Microsoft Office PowerPoint</Application>
  <PresentationFormat>شاشة عريضة</PresentationFormat>
  <Paragraphs>36</Paragraphs>
  <Slides>5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5</vt:i4>
      </vt:variant>
    </vt:vector>
  </HeadingPairs>
  <TitlesOfParts>
    <vt:vector size="10" baseType="lpstr">
      <vt:lpstr>Calibri</vt:lpstr>
      <vt:lpstr>Tw Cen MT</vt:lpstr>
      <vt:lpstr>Tw Cen MT Condensed</vt:lpstr>
      <vt:lpstr>Wingdings 3</vt:lpstr>
      <vt:lpstr>تكامل</vt:lpstr>
      <vt:lpstr>Internet Technologies MIS-341-4</vt:lpstr>
      <vt:lpstr>Introduction to Cascading Style Sheets (CSS)</vt:lpstr>
      <vt:lpstr>CSS Syntax:</vt:lpstr>
      <vt:lpstr>CSS Id and Class:</vt:lpstr>
      <vt:lpstr>The class Selector</vt:lpstr>
    </vt:vector>
  </TitlesOfParts>
  <Company>KING KHALID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Technologies</dc:title>
  <dc:creator>MUHAMMAD DILDAR</dc:creator>
  <cp:lastModifiedBy>omer ltag</cp:lastModifiedBy>
  <cp:revision>17</cp:revision>
  <dcterms:created xsi:type="dcterms:W3CDTF">2022-12-13T07:08:36Z</dcterms:created>
  <dcterms:modified xsi:type="dcterms:W3CDTF">2025-02-06T19:31:55Z</dcterms:modified>
</cp:coreProperties>
</file>